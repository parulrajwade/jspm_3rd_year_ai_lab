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1D64C-D82A-47C4-B166-1A94196ED02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DEDAF-916A-48FD-BB21-AF2CC7531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0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DEDAF-916A-48FD-BB21-AF2CC7531D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1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hyperlink" Target="https://ai.google.dev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" TargetMode="External"/><Relationship Id="rId4" Type="http://schemas.openxmlformats.org/officeDocument/2006/relationships/hyperlink" Target="https://developer.mozill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Title of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itchFamily="18" charset="0"/>
              </a:rPr>
              <a:t>Project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Workout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and Q&amp;A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Gemini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Shravan Chavan (RBT23ME139)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Yash</a:t>
            </a:r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(RBT23ET119)</a:t>
            </a:r>
            <a:endParaRPr lang="en-US" sz="1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Systems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Objective </a:t>
            </a:r>
            <a:r>
              <a:rPr sz="1400" b="1" dirty="0">
                <a:latin typeface="Times New Roman" pitchFamily="18" charset="0"/>
                <a:cs typeface="Times New Roman" pitchFamily="18" charset="0"/>
              </a:rPr>
              <a:t>of the Project: 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intelligent, interactive Workout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helps users plan daily workouts, answer gym-related questions, and suggest exercises based on fitness goals using AI and responsive web design.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Scope: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personalized fitness guidance, workout planning, and Q&amp;A support. It can be integrated with open-source AI models or APIs to enhance user interaction and can be expanded to include diet suggestions, progress tracking, and voice input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Mapping With SDG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Goal: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3 – Good Health and Well-being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promotes healthy living, encourages regular physical activity, and supports mental and physical well-being through accessible fitness assistance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sz="1400" b="1" dirty="0">
                <a:latin typeface="Times New Roman" pitchFamily="18" charset="0"/>
                <a:cs typeface="Times New Roman" pitchFamily="18" charset="0"/>
              </a:rPr>
              <a:t>Features</a:t>
            </a: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workout Q&amp;A and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AI model integration (e.g., Llama 3 / Hugging 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 interface (HTML, CSS, JS)</a:t>
            </a:r>
            <a:endParaRPr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Used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400" b="1" dirty="0">
                <a:latin typeface="Times New Roman" pitchFamily="18" charset="0"/>
                <a:cs typeface="Times New Roman" pitchFamily="18" charset="0"/>
              </a:rPr>
              <a:t>Chosen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 smtClean="0"/>
              <a:t>            Natural </a:t>
            </a:r>
            <a:r>
              <a:rPr lang="en-US" sz="1400" dirty="0"/>
              <a:t>Language Processing (NLP) using Transformer-based Model (</a:t>
            </a:r>
            <a:r>
              <a:rPr lang="en-US" sz="1400" dirty="0" err="1"/>
              <a:t>LLaMA</a:t>
            </a:r>
            <a:r>
              <a:rPr lang="en-US" sz="1400" dirty="0"/>
              <a:t> 3 / Mistral</a:t>
            </a:r>
            <a:r>
              <a:rPr lang="en-US" sz="1400" dirty="0" smtClean="0"/>
              <a:t>)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400" b="1" dirty="0">
                <a:latin typeface="Times New Roman" pitchFamily="18" charset="0"/>
                <a:cs typeface="Times New Roman" pitchFamily="18" charset="0"/>
              </a:rPr>
              <a:t>Reason for Selection</a:t>
            </a: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Capable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understanding and generating human-like responses for gym and workout-related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context-aware suggestions for fitness routines and plans.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 understanding user queries and generating meaningful answers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with web-based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interfaces using APIs or local AI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frameworks.</a:t>
            </a:r>
          </a:p>
          <a:p>
            <a:r>
              <a:rPr lang="en-US" sz="1400" dirty="0" smtClean="0"/>
              <a:t>Efficient </a:t>
            </a:r>
            <a:r>
              <a:rPr lang="en-US" sz="1400" dirty="0"/>
              <a:t>performance in processing user inputs and generating quick responses.</a:t>
            </a:r>
          </a:p>
          <a:p>
            <a:r>
              <a:rPr lang="en-US" sz="1400" dirty="0"/>
              <a:t>Easy to implement with modern frameworks like Node.js and open-source AI APIs.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298448"/>
            <a:ext cx="7763256" cy="4983480"/>
          </a:xfrm>
        </p:spPr>
      </p:pic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250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r>
              <a:rPr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sz="1800" b="1" dirty="0">
                <a:latin typeface="Times New Roman" pitchFamily="18" charset="0"/>
                <a:cs typeface="Times New Roman" pitchFamily="18" charset="0"/>
              </a:rPr>
              <a:t>   1.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sz="1600" b="1" dirty="0" smtClean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need for an AI-based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assists users with workout planning and fitness-related Q&amp;A.</a:t>
            </a:r>
            <a:endParaRPr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800" b="1" dirty="0">
                <a:latin typeface="Times New Roman" pitchFamily="18" charset="0"/>
                <a:cs typeface="Times New Roman" pitchFamily="18" charset="0"/>
              </a:rPr>
              <a:t>   2. </a:t>
            </a:r>
            <a:r>
              <a:rPr sz="1600" b="1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design &amp; </a:t>
            </a:r>
            <a:r>
              <a:rPr sz="1600" b="1" dirty="0" smtClean="0">
                <a:latin typeface="Times New Roman" pitchFamily="18" charset="0"/>
                <a:cs typeface="Times New Roman" pitchFamily="18" charset="0"/>
              </a:rPr>
              <a:t>coding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implemented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HTML, CSS, JavaScript, and Node.js, integrating the Gemini API for intelligent responses and workout recommendations.</a:t>
            </a:r>
            <a:endParaRPr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8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sz="16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Testing &amp; </a:t>
            </a:r>
            <a:r>
              <a:rPr sz="1600" b="1" dirty="0" smtClean="0">
                <a:latin typeface="Times New Roman" pitchFamily="18" charset="0"/>
                <a:cs typeface="Times New Roman" pitchFamily="18" charset="0"/>
              </a:rPr>
              <a:t>validation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performance, accuracy of responses, and smooth interaction. Validated results across different fitness queries.</a:t>
            </a:r>
            <a:endParaRPr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800" b="1" dirty="0" smtClean="0">
                <a:latin typeface="Times New Roman" pitchFamily="18" charset="0"/>
                <a:cs typeface="Times New Roman" pitchFamily="18" charset="0"/>
              </a:rPr>
              <a:t>Results </a:t>
            </a:r>
            <a:r>
              <a:rPr sz="1800" b="1" dirty="0">
                <a:latin typeface="Times New Roman" pitchFamily="18" charset="0"/>
                <a:cs typeface="Times New Roman" pitchFamily="18" charset="0"/>
              </a:rPr>
              <a:t>&amp; Conclusion: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provides workout suggestions, plans, and answers to fitness-related questions in real-time.</a:t>
            </a:r>
            <a:r>
              <a:rPr sz="1600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database for user tracking, adding voice assistant features, and developing a mobile-friendly application.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2024" y="1242857"/>
            <a:ext cx="860450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API Documentation –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https://ai.google.dev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Official Documentation –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https://nodejs.org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Mozilla Developer Network (MDN) Web Docs –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https://developer.mozilla.org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W3Schools Tutorials –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https://www.w3schools.com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AI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Concepts, IEEE Papers on AI-based Interaction Systems (2021–2024).</a:t>
            </a:r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412</Words>
  <Application>Microsoft Office PowerPoint</Application>
  <PresentationFormat>On-screen Show (4:3)</PresentationFormat>
  <Paragraphs>55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Andalus</vt:lpstr>
      <vt:lpstr>Arial</vt:lpstr>
      <vt:lpstr>Calibri</vt:lpstr>
      <vt:lpstr>Times New Roman</vt:lpstr>
      <vt:lpstr>Office Theme</vt:lpstr>
      <vt:lpstr>Title of Project : Workout Planner and Q&amp;A Chatbot using Gemini API</vt:lpstr>
      <vt:lpstr>Introduction</vt:lpstr>
      <vt:lpstr>Algorithm Used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>Shravan Chavan</dc:creator>
  <cp:keywords/>
  <dc:description>generated using python-pptx</dc:description>
  <cp:lastModifiedBy>Shravan Chavan</cp:lastModifiedBy>
  <cp:revision>14</cp:revision>
  <dcterms:created xsi:type="dcterms:W3CDTF">2013-01-27T09:14:16Z</dcterms:created>
  <dcterms:modified xsi:type="dcterms:W3CDTF">2025-11-04T18:26:42Z</dcterms:modified>
  <cp:category/>
</cp:coreProperties>
</file>