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Title of Project&lt;&lt;College Information Chatbot&gt;&gt;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1.Sanjana Chavan (RBT23ME138)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2.Neeta Chavan (RBT23ME178)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25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3334"/>
            <a:ext cx="8229600" cy="5028305"/>
          </a:xfrm>
        </p:spPr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Objective of the Project: </a:t>
            </a: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The objective of this project is to develop a user-friendly College Information Chatbot that can answer common student queries related to courses, departments, fees, admissions, and events using Natural Language Processing and the OpenAI API.</a:t>
            </a:r>
          </a:p>
          <a:p>
            <a:pPr marL="0" indent="0" algn="l">
              <a:buNone/>
            </a:pPr>
            <a:endParaRPr lang="en-US" sz="29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Scope:</a:t>
            </a: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The chatbot can be used on college websites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Assist students 24/7 with instant responses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Reduce workload on administration staff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Improve user experience for new applicants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9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Provide accurate and updated college information</a:t>
            </a:r>
          </a:p>
          <a:p>
            <a:pPr marL="0" indent="0" algn="l">
              <a:buNone/>
            </a:pPr>
            <a:endParaRPr lang="en-US" sz="2900" dirty="0">
              <a:solidFill>
                <a:srgbClr val="000000"/>
              </a:solidFill>
              <a:latin typeface="Calibri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Mapping With SDG Goal:(Provide Name of SDG goal to Which project Maps)</a:t>
            </a:r>
          </a:p>
          <a:p>
            <a:pPr marL="0" indent="0" algn="l">
              <a:buNone/>
            </a:pPr>
            <a:r>
              <a:rPr lang="en-US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SDG Goal 4 – Quality </a:t>
            </a:r>
            <a:r>
              <a:rPr lang="en-US" sz="2900" b="1" dirty="0" err="1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EducationThis</a:t>
            </a:r>
            <a:r>
              <a:rPr lang="en-US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project promotes accessible and inclusive education information for students.</a:t>
            </a:r>
          </a:p>
          <a:p>
            <a:pPr marL="0" indent="0" algn="l">
              <a:buNone/>
            </a:pPr>
            <a:endParaRPr sz="29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Key Features:</a:t>
            </a:r>
            <a:endParaRPr lang="en-US" sz="2900" b="1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Answers FAQs like courses, fees, admissions, departments, events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Uses AI (OpenAI API) to generate smart, human-like answers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Simple &amp; interactive chat interface using HTML, CSS, JavaScript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Instant response with natural language understanding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9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Easy to update and integrate with college websites</a:t>
            </a:r>
            <a:endParaRPr sz="29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5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Algorithm </a:t>
            </a:r>
            <a:r>
              <a:rPr sz="25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206"/>
            <a:ext cx="8229600" cy="4965957"/>
          </a:xfrm>
        </p:spPr>
        <p:txBody>
          <a:bodyPr>
            <a:normAutofit/>
          </a:bodyPr>
          <a:lstStyle/>
          <a:p>
            <a:pPr algn="l"/>
            <a:r>
              <a:rPr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Chosen </a:t>
            </a:r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Algorithm</a:t>
            </a: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: </a:t>
            </a:r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Natural Language Processing using OpenAI GPT Model</a:t>
            </a:r>
          </a:p>
          <a:p>
            <a:pPr algn="l"/>
            <a:r>
              <a:rPr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</a:t>
            </a: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Reason for Selection</a:t>
            </a:r>
            <a:r>
              <a:rPr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: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Provides accurate and human-like responses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Handles multiple types of queries intelligently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Requires no manual rule creation</a:t>
            </a:r>
            <a:r>
              <a:rPr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+mj-lt"/>
              <a:buAutoNum type="arabicPeriod"/>
            </a:pP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Advantages: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 Efficient and intelligent response generation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 Easy to implement with frontend technologies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          Scalable and adaptable for any college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Module </a:t>
            </a: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206"/>
            <a:ext cx="8229600" cy="4965957"/>
          </a:xfrm>
        </p:spPr>
        <p:txBody>
          <a:bodyPr/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List of Module( Provide implementation also)</a:t>
            </a:r>
          </a:p>
          <a:p>
            <a:pPr algn="l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9940A7-0F3D-8043-0921-F1CC162E7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790181"/>
              </p:ext>
            </p:extLst>
          </p:nvPr>
        </p:nvGraphicFramePr>
        <p:xfrm>
          <a:off x="457200" y="1897380"/>
          <a:ext cx="8229600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68515945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0322857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297088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Implementation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650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UI 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Chat interface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HTML &amp; CSS used to create a clean UI for chat display and input 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873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Communication 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Sends user message to API and receives response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JavaScript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fetch()</a:t>
                      </a:r>
                      <a:r>
                        <a:rPr lang="en-US"/>
                        <a:t> function and OpenAI HTTP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389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Response Handling 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chatbot messages dynamically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 DOM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634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Knowledge Module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predefined college information and context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 prompt embedded in code for accurate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47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48" y="1052052"/>
            <a:ext cx="8229600" cy="5122879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1. Problem analysis</a:t>
            </a:r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: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           Students often struggle to find correct and quick information regarding               college details. A chatbot solves this by providing instant, accurate support.</a:t>
            </a:r>
          </a:p>
          <a:p>
            <a:pPr marL="0" indent="0" algn="l">
              <a:buNone/>
            </a:pPr>
            <a:endParaRPr lang="en-US" sz="2000" b="1" dirty="0">
              <a:solidFill>
                <a:srgbClr val="000000"/>
              </a:solidFill>
              <a:latin typeface="Calibri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2. Algorithm design &amp; coding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2000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   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3</a:t>
            </a:r>
            <a:r>
              <a:rPr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. Testing &amp; validation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Tested with frequently asked college queries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Evaluated accuracy, speed, and usability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Enhanced prompts for improved response quality</a:t>
            </a:r>
          </a:p>
          <a:p>
            <a:pPr algn="l"/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345748-D1F8-1789-6DBA-295721CB8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05" y="2797883"/>
            <a:ext cx="564981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Create chat interface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HTML/CSS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Connect JavaScript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OpenAI API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Design system prompt for college-related queries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B0604020202020204" pitchFamily="34" charset="0"/>
              </a:rPr>
              <a:t>Display smooth user–bot interaction in the browse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alibri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78094A-6B44-0B5C-6AE2-AC2850B9DDA2}"/>
              </a:ext>
            </a:extLst>
          </p:cNvPr>
          <p:cNvSpPr txBox="1"/>
          <p:nvPr/>
        </p:nvSpPr>
        <p:spPr>
          <a:xfrm>
            <a:off x="664464" y="734860"/>
            <a:ext cx="793089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Results &amp; Conclusion:</a:t>
            </a:r>
          </a:p>
          <a:p>
            <a:pPr algn="l"/>
            <a:endParaRPr lang="en-US" sz="2000" b="1" dirty="0">
              <a:solidFill>
                <a:srgbClr val="000000"/>
              </a:solidFill>
              <a:latin typeface="Calibri" pitchFamily="18" charset="0"/>
              <a:cs typeface="Times New Roman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1) The chatbot successfully provides </a:t>
            </a:r>
            <a:r>
              <a:rPr lang="en-US" sz="2000" b="1" dirty="0">
                <a:solidFill>
                  <a:srgbClr val="000000"/>
                </a:solidFill>
                <a:latin typeface="Calibri"/>
              </a:rPr>
              <a:t>instant and relevant answers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 to student queries.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"/>
              </a:rPr>
              <a:t>2) It reduces the </a:t>
            </a:r>
            <a:r>
              <a:rPr lang="en-US" sz="2000" b="1" dirty="0">
                <a:solidFill>
                  <a:srgbClr val="000000"/>
                </a:solidFill>
                <a:latin typeface="Calibri"/>
              </a:rPr>
              <a:t>workload on administration staff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 and enhances </a:t>
            </a:r>
            <a:r>
              <a:rPr lang="en-US" sz="2000" b="1" dirty="0">
                <a:solidFill>
                  <a:srgbClr val="000000"/>
                </a:solidFill>
                <a:latin typeface="Calibri"/>
              </a:rPr>
              <a:t>student satisfaction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.</a:t>
            </a:r>
          </a:p>
          <a:p>
            <a:pPr algn="l"/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76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Calibri" pitchFamily="18" charset="0"/>
                <a:cs typeface="Times New Roman" pitchFamily="18" charset="0"/>
              </a:rPr>
              <a:t>References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188" y="897192"/>
            <a:ext cx="8229600" cy="5691982"/>
          </a:xfrm>
        </p:spPr>
        <p:txBody>
          <a:bodyPr>
            <a:normAutofit/>
          </a:bodyPr>
          <a:lstStyle/>
          <a:p>
            <a:r>
              <a:rPr lang="en-IN" sz="2000" dirty="0"/>
              <a:t>OpenAI API Documentation</a:t>
            </a:r>
          </a:p>
          <a:p>
            <a:r>
              <a:rPr lang="en-IN" sz="2000" dirty="0"/>
              <a:t>MDN Web Docs (JavaScript, HTML, CSS)</a:t>
            </a:r>
          </a:p>
          <a:p>
            <a:r>
              <a:rPr lang="en-IN" sz="2000" dirty="0"/>
              <a:t>Sustainable Development Goals (UN)</a:t>
            </a:r>
          </a:p>
          <a:p>
            <a:endParaRPr lang="en-IN" sz="2000" dirty="0"/>
          </a:p>
          <a:p>
            <a:endParaRPr lang="en-IN" sz="2000" dirty="0"/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F8500621-B6BF-B82D-7C8B-936E2635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173" y="2040193"/>
            <a:ext cx="5485071" cy="454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62</TotalTime>
  <Words>514</Words>
  <Application>Microsoft Office PowerPoint</Application>
  <PresentationFormat>On-screen Show (4:3)</PresentationFormat>
  <Paragraphs>87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Andalus</vt:lpstr>
      <vt:lpstr>Arial</vt:lpstr>
      <vt:lpstr>Calibri</vt:lpstr>
      <vt:lpstr>Courier New</vt:lpstr>
      <vt:lpstr>Times New Roman</vt:lpstr>
      <vt:lpstr>Office Theme</vt:lpstr>
      <vt:lpstr>Title of Project&lt;&lt;College Information Chatbot&gt;&gt;</vt:lpstr>
      <vt:lpstr>Introduction</vt:lpstr>
      <vt:lpstr>Algorithm Used</vt:lpstr>
      <vt:lpstr>Module </vt:lpstr>
      <vt:lpstr>Methodology &amp; Results</vt:lpstr>
      <vt:lpstr>PowerPoint Presentation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/>
  <cp:keywords/>
  <dc:description>generated using python-pptx</dc:description>
  <cp:lastModifiedBy>Neeta Chavan</cp:lastModifiedBy>
  <cp:revision>12</cp:revision>
  <dcterms:created xsi:type="dcterms:W3CDTF">2013-01-27T09:14:16Z</dcterms:created>
  <dcterms:modified xsi:type="dcterms:W3CDTF">2025-11-05T02:04:35Z</dcterms:modified>
  <cp:category/>
</cp:coreProperties>
</file>