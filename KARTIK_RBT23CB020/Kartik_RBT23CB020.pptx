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60" r:id="rId7"/>
    <p:sldId id="259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Title of Project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Movie Recommendation System using Artificial Intelligence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Student Name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1.Kartik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kurtade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2.Krushnakant Patil</a:t>
            </a: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Name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8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Parul Rajwade Ma’am</a:t>
            </a:r>
            <a:endParaRPr lang="en-US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5468" y="179415"/>
            <a:ext cx="86053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ndalus" pitchFamily="18" charset="-78"/>
                <a:cs typeface="Andalus" pitchFamily="18" charset="-78"/>
              </a:rPr>
              <a:t>JSPM’s 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Rajarshi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Shahu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College of Engineering,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Tathawade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, Pune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>
                <a:latin typeface="Andalus" pitchFamily="18" charset="-78"/>
                <a:cs typeface="Andalus" pitchFamily="18" charset="-78"/>
              </a:rPr>
              <a:t>(An Empower Autonomous Institute under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Savitribai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Phule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Pune University)</a:t>
            </a:r>
          </a:p>
          <a:p>
            <a:pPr algn="ctr"/>
            <a:endParaRPr lang="en-US" sz="1400" b="1" dirty="0">
              <a:cs typeface="Andalus" pitchFamily="18" charset="-78"/>
            </a:endParaRP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Department of Computer Science and Business Systems</a:t>
            </a: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Artificial Intelligence Mini Project</a:t>
            </a: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AY-2025-26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37" y="87682"/>
            <a:ext cx="941963" cy="753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Movie Recommendation System is an AI-based project that suggests movies similar to the one a user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selects.It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uses content-based filtering to analyze features such as genre, keywords, cast, and overview to find patterns and recommend similar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movies.The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system is built using Python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Streamlit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the interface and uses machine learning techniques for similarity computation.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10CFD-22BB-FFDD-05F1-7637A3DA2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Objective,Scope</a:t>
            </a:r>
            <a:r>
              <a:rPr lang="en-IN" dirty="0"/>
              <a:t> and SDG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0D563-9634-C3AB-3C9C-482C6356A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8824"/>
          </a:xfrm>
        </p:spPr>
        <p:txBody>
          <a:bodyPr>
            <a:normAutofit/>
          </a:bodyPr>
          <a:lstStyle/>
          <a:p>
            <a:r>
              <a:rPr lang="en-US" sz="2000" b="1" dirty="0"/>
              <a:t>Objective of the Project:</a:t>
            </a:r>
          </a:p>
          <a:p>
            <a:r>
              <a:rPr lang="en-US" sz="2000" dirty="0"/>
              <a:t>To design a smart system that recommends movies automatically based on user </a:t>
            </a:r>
            <a:r>
              <a:rPr lang="en-US" sz="2000" dirty="0" err="1"/>
              <a:t>choice.To</a:t>
            </a:r>
            <a:r>
              <a:rPr lang="en-US" sz="2000" dirty="0"/>
              <a:t> apply AI and Machine Learning for understanding movie content and finding </a:t>
            </a:r>
            <a:r>
              <a:rPr lang="en-US" sz="2000" dirty="0" err="1"/>
              <a:t>similarity.To</a:t>
            </a:r>
            <a:r>
              <a:rPr lang="en-US" sz="2000" dirty="0"/>
              <a:t> create an interactive web interface for recommendations using </a:t>
            </a:r>
            <a:r>
              <a:rPr lang="en-US" sz="2000" dirty="0" err="1"/>
              <a:t>Streamlit</a:t>
            </a:r>
            <a:r>
              <a:rPr lang="en-US" sz="2000" dirty="0"/>
              <a:t>.</a:t>
            </a:r>
          </a:p>
          <a:p>
            <a:r>
              <a:rPr lang="en-US" sz="2000" b="1" dirty="0"/>
              <a:t>Scope:</a:t>
            </a:r>
          </a:p>
          <a:p>
            <a:r>
              <a:rPr lang="en-US" sz="2000" dirty="0"/>
              <a:t>The system can be expanded to recommend not only movies but also songs, series, or </a:t>
            </a:r>
            <a:r>
              <a:rPr lang="en-US" sz="2000" dirty="0" err="1"/>
              <a:t>books.Can</a:t>
            </a:r>
            <a:r>
              <a:rPr lang="en-US" sz="2000" dirty="0"/>
              <a:t> be integrated with user preferences or online platforms like Netflix or IMDb in the </a:t>
            </a:r>
            <a:r>
              <a:rPr lang="en-US" sz="2000" dirty="0" err="1"/>
              <a:t>future.Useful</a:t>
            </a:r>
            <a:r>
              <a:rPr lang="en-US" sz="2000" dirty="0"/>
              <a:t> in AI-based entertainment systems and personalized recommendation platforms.</a:t>
            </a:r>
          </a:p>
          <a:p>
            <a:r>
              <a:rPr lang="en-US" sz="2000" b="1" dirty="0"/>
              <a:t>Mapping With SDG </a:t>
            </a:r>
            <a:r>
              <a:rPr lang="en-US" sz="2000" b="1" dirty="0" err="1"/>
              <a:t>GoalGoal</a:t>
            </a:r>
            <a:r>
              <a:rPr lang="en-US" sz="2000" b="1" dirty="0"/>
              <a:t> 9</a:t>
            </a:r>
            <a:r>
              <a:rPr lang="en-US" sz="2000" dirty="0"/>
              <a:t> – Industry, Innovation and </a:t>
            </a:r>
            <a:r>
              <a:rPr lang="en-US" sz="2000" dirty="0" err="1"/>
              <a:t>InfrastructureThis</a:t>
            </a:r>
            <a:r>
              <a:rPr lang="en-US" sz="2000" dirty="0"/>
              <a:t> project promotes innovation and technology-driven entertainment systems, aligning with the UN SDG Goal 9.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66774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7DDF2-C119-1C18-FC0F-2FCC241D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88E75-36C6-F84C-BA10-2A7F96CB5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b="1" dirty="0"/>
              <a:t>Key </a:t>
            </a:r>
            <a:r>
              <a:rPr lang="en-IN" sz="2200" b="1" dirty="0" err="1"/>
              <a:t>FeaturesAI</a:t>
            </a:r>
            <a:r>
              <a:rPr lang="en-IN" sz="2200" b="1" dirty="0"/>
              <a:t>:</a:t>
            </a:r>
          </a:p>
          <a:p>
            <a:r>
              <a:rPr lang="en-IN" sz="2200" dirty="0"/>
              <a:t>based automatic movie </a:t>
            </a:r>
            <a:r>
              <a:rPr lang="en-IN" sz="2200" dirty="0" err="1"/>
              <a:t>recommendationsUses</a:t>
            </a:r>
            <a:r>
              <a:rPr lang="en-IN" sz="2200" dirty="0"/>
              <a:t> Natural Language Processing (NLP) to understand movie </a:t>
            </a:r>
            <a:r>
              <a:rPr lang="en-IN" sz="2200" dirty="0" err="1"/>
              <a:t>contentSimple</a:t>
            </a:r>
            <a:r>
              <a:rPr lang="en-IN" sz="2200" dirty="0"/>
              <a:t> and interactive </a:t>
            </a:r>
            <a:r>
              <a:rPr lang="en-IN" sz="2200" dirty="0" err="1"/>
              <a:t>Streamlit</a:t>
            </a:r>
            <a:r>
              <a:rPr lang="en-IN" sz="2200" dirty="0"/>
              <a:t> web </a:t>
            </a:r>
            <a:r>
              <a:rPr lang="en-IN" sz="2200" dirty="0" err="1"/>
              <a:t>interfaceContent</a:t>
            </a:r>
            <a:r>
              <a:rPr lang="en-IN" sz="2200" dirty="0"/>
              <a:t>-based filtering for accurate </a:t>
            </a:r>
            <a:r>
              <a:rPr lang="en-IN" sz="2200" dirty="0" err="1"/>
              <a:t>suggestionsWorks</a:t>
            </a:r>
            <a:r>
              <a:rPr lang="en-IN" sz="2200" dirty="0"/>
              <a:t> offline using open datasets (TMDB 5000 movies)</a:t>
            </a:r>
          </a:p>
        </p:txBody>
      </p:sp>
    </p:spTree>
    <p:extLst>
      <p:ext uri="{BB962C8B-B14F-4D97-AF65-F5344CB8AC3E}">
        <p14:creationId xmlns:p14="http://schemas.microsoft.com/office/powerpoint/2010/main" val="278150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itchFamily="18" charset="0"/>
                <a:cs typeface="Times New Roman" pitchFamily="18" charset="0"/>
              </a:rPr>
              <a:t> Chosen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Content-Based Filtering (using Cosine Similarity + Count Vectorization)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sz="2000" b="1" dirty="0">
                <a:latin typeface="Times New Roman" pitchFamily="18" charset="0"/>
                <a:cs typeface="Times New Roman" pitchFamily="18" charset="0"/>
              </a:rPr>
              <a:t> Reason for Selection</a:t>
            </a:r>
            <a:r>
              <a:rPr sz="2000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effectively finds relationships between movies using their descriptions, genres, and keywords.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sz="2000" dirty="0">
                <a:latin typeface="Times New Roman" pitchFamily="18" charset="0"/>
                <a:cs typeface="Times New Roman" pitchFamily="18" charset="0"/>
              </a:rPr>
              <a:t>   -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doesn’t need user ratings or feedback, only movie content.    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sz="2000" b="1" dirty="0">
                <a:latin typeface="Times New Roman" pitchFamily="18" charset="0"/>
                <a:cs typeface="Times New Roman" pitchFamily="18" charset="0"/>
              </a:rPr>
              <a:t> Advantages: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Simple, efficient, and interpretable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Works well even with small datasets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Easy to implement and understand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Produces relevant recommendations for each selected movie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Preprocessing Module – Cleans and prepares the movie dataset.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Feature Extraction Module – Uses Count Vectorizer to convert text into numeric form.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Similarity Computation Module – Applies Cosine Similarity to find related movies.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Recommendation Module – Suggests top 5 similar movies to the selected one.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User Interface Module –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Streamlit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app for user interaction and display of results.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170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Methodology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Methodology</a:t>
            </a:r>
            <a:r>
              <a:rPr lang="en-IN" sz="2000" dirty="0"/>
              <a:t>:</a:t>
            </a:r>
          </a:p>
          <a:p>
            <a:r>
              <a:rPr lang="en-IN" sz="2000" dirty="0"/>
              <a:t>Problem Analysis and Dataset Collection (TMDB 5000 Movie Dataset)Data Cleaning and Preprocessing using </a:t>
            </a:r>
            <a:r>
              <a:rPr lang="en-IN" sz="2000" dirty="0" err="1"/>
              <a:t>NLPModel</a:t>
            </a:r>
            <a:r>
              <a:rPr lang="en-IN" sz="2000" dirty="0"/>
              <a:t> Building using Count Vectorization and Cosine </a:t>
            </a:r>
            <a:r>
              <a:rPr lang="en-IN" sz="2000" dirty="0" err="1"/>
              <a:t>SimilarityIntegration</a:t>
            </a:r>
            <a:r>
              <a:rPr lang="en-IN" sz="2000" dirty="0"/>
              <a:t> with </a:t>
            </a:r>
            <a:r>
              <a:rPr lang="en-IN" sz="2000" dirty="0" err="1"/>
              <a:t>Streamlit</a:t>
            </a:r>
            <a:r>
              <a:rPr lang="en-IN" sz="2000" dirty="0"/>
              <a:t> for </a:t>
            </a:r>
            <a:r>
              <a:rPr lang="en-IN" sz="2000" dirty="0" err="1"/>
              <a:t>frontendTesting</a:t>
            </a:r>
            <a:r>
              <a:rPr lang="en-IN" sz="2000" dirty="0"/>
              <a:t> and validation with sample movie inputs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sz="2000" b="1" dirty="0">
                <a:latin typeface="Times New Roman" pitchFamily="18" charset="0"/>
                <a:cs typeface="Times New Roman" pitchFamily="18" charset="0"/>
              </a:rPr>
              <a:t>• Results &amp; Conclusion:</a:t>
            </a:r>
          </a:p>
          <a:p>
            <a:r>
              <a:rPr sz="18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Successfully recommends the top 5 movies similar to user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input.Provides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accurate and fast movie recommendations using AI algorithms.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Future Scope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Add user-based collaborative filtering.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Display movie posters and ratings using TMDB API.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Expand to personalized recommendation systems.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TMDB 5000 Movie Dataset — </a:t>
            </a:r>
            <a:r>
              <a:rPr lang="en-IN" sz="2200" dirty="0" err="1"/>
              <a:t>KaggleStreamlit</a:t>
            </a:r>
            <a:r>
              <a:rPr lang="en-IN" sz="2200" dirty="0"/>
              <a:t> Documentation — https://docs.streamlit.io/Scikit-learn Library — https://scikit-learn.org/Python Official Documentation — https://www.python.org/ </a:t>
            </a:r>
          </a:p>
        </p:txBody>
      </p:sp>
    </p:spTree>
    <p:extLst>
      <p:ext uri="{BB962C8B-B14F-4D97-AF65-F5344CB8AC3E}">
        <p14:creationId xmlns:p14="http://schemas.microsoft.com/office/powerpoint/2010/main" val="147436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558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Andalus</vt:lpstr>
      <vt:lpstr>Arial</vt:lpstr>
      <vt:lpstr>Calibri</vt:lpstr>
      <vt:lpstr>Times New Roman</vt:lpstr>
      <vt:lpstr>Office Theme</vt:lpstr>
      <vt:lpstr>Title of Project: Movie Recommendation System using Artificial Intelligence</vt:lpstr>
      <vt:lpstr>Introduction</vt:lpstr>
      <vt:lpstr>Objective,Scope and SDG Goal</vt:lpstr>
      <vt:lpstr>Key Feature</vt:lpstr>
      <vt:lpstr>Algorithm Used</vt:lpstr>
      <vt:lpstr>Module </vt:lpstr>
      <vt:lpstr>Methodology &amp; Results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Project&lt;&lt;Example-Library Management System using Binary Search Tree&gt;&gt;</dc:title>
  <dc:subject/>
  <dc:creator/>
  <cp:keywords/>
  <dc:description>generated using python-pptx</dc:description>
  <cp:lastModifiedBy>Kartik Kurtade</cp:lastModifiedBy>
  <cp:revision>13</cp:revision>
  <dcterms:created xsi:type="dcterms:W3CDTF">2013-01-27T09:14:16Z</dcterms:created>
  <dcterms:modified xsi:type="dcterms:W3CDTF">2025-11-05T04:10:54Z</dcterms:modified>
  <cp:category/>
</cp:coreProperties>
</file>