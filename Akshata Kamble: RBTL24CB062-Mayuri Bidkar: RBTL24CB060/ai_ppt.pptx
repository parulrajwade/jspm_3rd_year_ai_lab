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Title of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 Story Generator Using AI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376246"/>
            <a:ext cx="7086600" cy="2262554"/>
          </a:xfrm>
        </p:spPr>
        <p:txBody>
          <a:bodyPr>
            <a:normAutofit/>
          </a:bodyPr>
          <a:lstStyle/>
          <a:p>
            <a:pPr algn="l"/>
            <a:r>
              <a:rPr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1.Akshata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Babasaheb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Kamble</a:t>
            </a:r>
            <a:endParaRPr lang="en-US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2.Mayuri Kiran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Bidkar</a:t>
            </a:r>
            <a:endParaRPr lang="en-US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 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Hemlata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Mane</a:t>
            </a:r>
            <a:endParaRPr lang="en-US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Systems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2880"/>
            <a:ext cx="8229600" cy="1139483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7" y="745587"/>
            <a:ext cx="8546123" cy="6513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 b="1" dirty="0" smtClean="0">
                <a:latin typeface="Times New Roman" panose="02020603050405020304" pitchFamily="18" charset="0"/>
                <a:cs typeface="Times New Roman" pitchFamily="18" charset="0"/>
              </a:rPr>
              <a:t>Objective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of the Project: 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the AI Story Generator is to create an intelligent storytelling system that generates creative, engaging, and meaningful stories based on user input.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few keywords (2–5 words) and select a theme, and the AI automatically generates a unique story using natural language processing (NLP) techniques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enhance creativity, imagination, and writing inspiration through the power of artificial intelligence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Scope: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focuses on developing an interactive web-based application using Flask that allows users to generate stories in real time.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supports multiple genres such as adventure, fantasy, mystery, romance, and sci-fi. It can be extended further to include features like story continuation, saving favorite stories, and text-to-speech conversion.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Mapping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With SDG Goal:(Provide Name of SDG goal to Which project Maps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 4 – Quality Education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sz="1400" b="1" dirty="0">
                <a:latin typeface="Times New Roman" pitchFamily="18" charset="0"/>
                <a:cs typeface="Times New Roman" pitchFamily="18" charset="0"/>
              </a:rPr>
              <a:t>Features</a:t>
            </a:r>
            <a:r>
              <a:rPr sz="1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 Generation: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original stories using user-input keywords and selected themes.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Story Themes: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themes like fantasy, mystery, romance, adventure, and more.</a:t>
            </a:r>
          </a:p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and responsive web UI built using Flask and HTML/CSS.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Generation: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Instantly produces a story using AI when the user submits input.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Length: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 to generate short or long stories.</a:t>
            </a:r>
          </a:p>
          <a:p>
            <a:pPr marL="0" indent="0">
              <a:buNone/>
            </a:pPr>
            <a:r>
              <a:rPr lang="en-US" sz="1300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Used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3" y="1266092"/>
            <a:ext cx="8574258" cy="51206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600" b="1" dirty="0" smtClean="0">
                <a:latin typeface="Times New Roman" pitchFamily="18" charset="0"/>
                <a:cs typeface="Times New Roman" pitchFamily="18" charset="0"/>
              </a:rPr>
              <a:t>Chosen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26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Natural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Processing (NLP) using Pre-trained Transformer Model (GPT-based model)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2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b="1" dirty="0">
                <a:latin typeface="Times New Roman" pitchFamily="18" charset="0"/>
                <a:cs typeface="Times New Roman" pitchFamily="18" charset="0"/>
              </a:rPr>
              <a:t>Reason for </a:t>
            </a:r>
            <a:r>
              <a:rPr sz="2600" b="1" dirty="0" smtClean="0">
                <a:latin typeface="Times New Roman" pitchFamily="18" charset="0"/>
                <a:cs typeface="Times New Roman" pitchFamily="18" charset="0"/>
              </a:rPr>
              <a:t>Selection:</a:t>
            </a:r>
            <a:endParaRPr lang="en-US" sz="26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understanding user input (2–5 words) and generating meaningful, creative, and grammatically correct stories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— uses pre-trained AI language model through API for faster and more accurate text generation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Efficient performance for real-time text generation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Easy to implement basic operations like generating, saving, and displaying stories.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6" y="1417638"/>
            <a:ext cx="8419514" cy="4708525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List of Module( Provide implementation also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Input Module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Story Generation Module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Story Display Module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Save Story Module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Read/History Module (Optional)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0" y="3771900"/>
            <a:ext cx="4277680" cy="212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Methodology: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1. Problem analysis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2. </a:t>
            </a:r>
            <a:r>
              <a:rPr sz="1800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design &amp; coding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1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sz="1800" dirty="0">
                <a:latin typeface="Times New Roman" pitchFamily="18" charset="0"/>
                <a:cs typeface="Times New Roman" pitchFamily="18" charset="0"/>
              </a:rPr>
              <a:t>Testing &amp; validation</a:t>
            </a:r>
          </a:p>
          <a:p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• Results &amp; Conclusion: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- Efficient storage &amp; retrieval of book data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- Future scope: GUI integration, database connectivity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363</Words>
  <Application>Microsoft Office PowerPoint</Application>
  <PresentationFormat>On-screen Show (4:3)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Title of Project : Story Generator Using AI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admin</dc:creator>
  <cp:keywords/>
  <dc:description>generated using python-pptx</dc:description>
  <cp:lastModifiedBy>admin</cp:lastModifiedBy>
  <cp:revision>13</cp:revision>
  <dcterms:created xsi:type="dcterms:W3CDTF">2013-01-27T09:14:16Z</dcterms:created>
  <dcterms:modified xsi:type="dcterms:W3CDTF">2025-11-04T13:34:58Z</dcterms:modified>
  <cp:category/>
</cp:coreProperties>
</file>