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rimson Pro Bold" charset="1" panose="00000000000000000000"/>
      <p:regular r:id="rId13"/>
    </p:embeddedFont>
    <p:embeddedFont>
      <p:font typeface="Heebo" charset="1" panose="00000500000000000000"/>
      <p:regular r:id="rId14"/>
    </p:embeddedFont>
    <p:embeddedFont>
      <p:font typeface="Heebo Bold" charset="1" panose="00000800000000000000"/>
      <p:regular r:id="rId15"/>
    </p:embeddedFont>
    <p:embeddedFont>
      <p:font typeface="Crimson Pro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4038" y="-157658"/>
            <a:ext cx="16759624" cy="10809957"/>
          </a:xfrm>
          <a:custGeom>
            <a:avLst/>
            <a:gdLst/>
            <a:ahLst/>
            <a:cxnLst/>
            <a:rect r="r" b="b" t="t" l="l"/>
            <a:pathLst>
              <a:path h="10809957" w="16759624">
                <a:moveTo>
                  <a:pt x="0" y="0"/>
                </a:moveTo>
                <a:lnTo>
                  <a:pt x="16759624" y="0"/>
                </a:lnTo>
                <a:lnTo>
                  <a:pt x="16759624" y="10809957"/>
                </a:lnTo>
                <a:lnTo>
                  <a:pt x="0" y="10809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34094" y="4867700"/>
            <a:ext cx="12105937" cy="1818850"/>
            <a:chOff x="0" y="0"/>
            <a:chExt cx="3188395" cy="4790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88395" cy="479039"/>
            </a:xfrm>
            <a:custGeom>
              <a:avLst/>
              <a:gdLst/>
              <a:ahLst/>
              <a:cxnLst/>
              <a:rect r="r" b="b" t="t" l="l"/>
              <a:pathLst>
                <a:path h="479039" w="3188395">
                  <a:moveTo>
                    <a:pt x="0" y="0"/>
                  </a:moveTo>
                  <a:lnTo>
                    <a:pt x="3188395" y="0"/>
                  </a:lnTo>
                  <a:lnTo>
                    <a:pt x="3188395" y="479039"/>
                  </a:lnTo>
                  <a:lnTo>
                    <a:pt x="0" y="47903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3188395" cy="564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774218" y="7855702"/>
            <a:ext cx="6940033" cy="129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b="true" sz="2750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Chinmay Deshmukh (RBT23EL058), RBT23CB055 RADHA SUPATGAONKAR</a:t>
            </a:r>
          </a:p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b="true" sz="2750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14339" y="4888919"/>
            <a:ext cx="13468746" cy="68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0"/>
              </a:lnSpc>
            </a:pPr>
            <a:r>
              <a:rPr lang="en-US" sz="4362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ChillSaathi – AI Mental Wellness Web App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02047" y="670620"/>
            <a:ext cx="12369701" cy="843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5062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Growing Need for Digital Mental Wellness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11215"/>
            <a:ext cx="7927627" cy="2060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599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Modern life brings increasing stress from work, studies, and constant connectivity. Mental health challenges are more prevalent than ever, yet many people struggle to find accessible support.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480186"/>
            <a:ext cx="7927627" cy="2060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599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ChillSaathi</a:t>
            </a:r>
            <a:r>
              <a:rPr lang="en-US" sz="2599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bridges this gap by providing a safe, judgment-free digital companion that helps users manage emotions, practice mindfulness, and build healthy mental habits through AI-driven technology.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570265" y="2312861"/>
            <a:ext cx="6525150" cy="6525150"/>
            <a:chOff x="0" y="0"/>
            <a:chExt cx="10570170" cy="1057017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570210" cy="10570210"/>
            </a:xfrm>
            <a:custGeom>
              <a:avLst/>
              <a:gdLst/>
              <a:ahLst/>
              <a:cxnLst/>
              <a:rect r="r" b="b" t="t" l="l"/>
              <a:pathLst>
                <a:path h="10570210" w="10570210">
                  <a:moveTo>
                    <a:pt x="0" y="0"/>
                  </a:moveTo>
                  <a:lnTo>
                    <a:pt x="10570210" y="0"/>
                  </a:lnTo>
                  <a:lnTo>
                    <a:pt x="10570210" y="10570210"/>
                  </a:lnTo>
                  <a:lnTo>
                    <a:pt x="0" y="10570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31069" y="693390"/>
            <a:ext cx="10941629" cy="8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Core Objectives &amp; Key Features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31069" y="2094905"/>
            <a:ext cx="8079879" cy="3022252"/>
            <a:chOff x="0" y="0"/>
            <a:chExt cx="10773172" cy="40296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73156" cy="4029710"/>
            </a:xfrm>
            <a:custGeom>
              <a:avLst/>
              <a:gdLst/>
              <a:ahLst/>
              <a:cxnLst/>
              <a:rect r="r" b="b" t="t" l="l"/>
              <a:pathLst>
                <a:path h="4029710" w="10773156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10719943" y="0"/>
                  </a:lnTo>
                  <a:cubicBezTo>
                    <a:pt x="10749280" y="0"/>
                    <a:pt x="10773156" y="23876"/>
                    <a:pt x="10773156" y="53213"/>
                  </a:cubicBezTo>
                  <a:lnTo>
                    <a:pt x="10773156" y="3976497"/>
                  </a:lnTo>
                  <a:cubicBezTo>
                    <a:pt x="10773156" y="4005834"/>
                    <a:pt x="10749280" y="4029710"/>
                    <a:pt x="10719943" y="4029710"/>
                  </a:cubicBezTo>
                  <a:lnTo>
                    <a:pt x="53213" y="4029710"/>
                  </a:lnTo>
                  <a:cubicBezTo>
                    <a:pt x="23876" y="4029710"/>
                    <a:pt x="0" y="4005834"/>
                    <a:pt x="0" y="397649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97025" y="2360860"/>
            <a:ext cx="798016" cy="798016"/>
            <a:chOff x="0" y="0"/>
            <a:chExt cx="1064022" cy="10640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4006" cy="1064006"/>
            </a:xfrm>
            <a:custGeom>
              <a:avLst/>
              <a:gdLst/>
              <a:ahLst/>
              <a:cxnLst/>
              <a:rect r="r" b="b" t="t" l="l"/>
              <a:pathLst>
                <a:path h="1064006" w="1064006">
                  <a:moveTo>
                    <a:pt x="0" y="532003"/>
                  </a:moveTo>
                  <a:cubicBezTo>
                    <a:pt x="0" y="238252"/>
                    <a:pt x="238252" y="0"/>
                    <a:pt x="532003" y="0"/>
                  </a:cubicBezTo>
                  <a:cubicBezTo>
                    <a:pt x="825754" y="0"/>
                    <a:pt x="1064006" y="238252"/>
                    <a:pt x="1064006" y="532003"/>
                  </a:cubicBezTo>
                  <a:cubicBezTo>
                    <a:pt x="1064006" y="825754"/>
                    <a:pt x="825881" y="1064006"/>
                    <a:pt x="532003" y="1064006"/>
                  </a:cubicBezTo>
                  <a:cubicBezTo>
                    <a:pt x="238125" y="1064006"/>
                    <a:pt x="0" y="825881"/>
                    <a:pt x="0" y="532003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416397" y="2580234"/>
            <a:ext cx="359122" cy="359123"/>
          </a:xfrm>
          <a:custGeom>
            <a:avLst/>
            <a:gdLst/>
            <a:ahLst/>
            <a:cxnLst/>
            <a:rect r="r" b="b" t="t" l="l"/>
            <a:pathLst>
              <a:path h="359123" w="359122">
                <a:moveTo>
                  <a:pt x="0" y="0"/>
                </a:moveTo>
                <a:lnTo>
                  <a:pt x="359123" y="0"/>
                </a:lnTo>
                <a:lnTo>
                  <a:pt x="359123" y="359122"/>
                </a:lnTo>
                <a:lnTo>
                  <a:pt x="0" y="359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315" t="0" r="-1315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97025" y="3396257"/>
            <a:ext cx="3325416" cy="44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AI Chatbot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7025" y="3914180"/>
            <a:ext cx="7547967" cy="93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Gemini-powered conversational support providing empathetic responses and mental wellness guidance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76904" y="2094905"/>
            <a:ext cx="8080027" cy="3022252"/>
            <a:chOff x="0" y="0"/>
            <a:chExt cx="10773370" cy="4029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73410" cy="4029710"/>
            </a:xfrm>
            <a:custGeom>
              <a:avLst/>
              <a:gdLst/>
              <a:ahLst/>
              <a:cxnLst/>
              <a:rect r="r" b="b" t="t" l="l"/>
              <a:pathLst>
                <a:path h="4029710" w="10773410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10720197" y="0"/>
                  </a:lnTo>
                  <a:cubicBezTo>
                    <a:pt x="10749534" y="0"/>
                    <a:pt x="10773410" y="23876"/>
                    <a:pt x="10773410" y="53213"/>
                  </a:cubicBezTo>
                  <a:lnTo>
                    <a:pt x="10773410" y="3976497"/>
                  </a:lnTo>
                  <a:cubicBezTo>
                    <a:pt x="10773410" y="4005834"/>
                    <a:pt x="10749534" y="4029710"/>
                    <a:pt x="10720197" y="4029710"/>
                  </a:cubicBezTo>
                  <a:lnTo>
                    <a:pt x="53213" y="4029710"/>
                  </a:lnTo>
                  <a:cubicBezTo>
                    <a:pt x="23876" y="4029710"/>
                    <a:pt x="0" y="4005834"/>
                    <a:pt x="0" y="397649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542860" y="2360860"/>
            <a:ext cx="798016" cy="798016"/>
            <a:chOff x="0" y="0"/>
            <a:chExt cx="1064022" cy="10640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4006" cy="1064006"/>
            </a:xfrm>
            <a:custGeom>
              <a:avLst/>
              <a:gdLst/>
              <a:ahLst/>
              <a:cxnLst/>
              <a:rect r="r" b="b" t="t" l="l"/>
              <a:pathLst>
                <a:path h="1064006" w="1064006">
                  <a:moveTo>
                    <a:pt x="0" y="532003"/>
                  </a:moveTo>
                  <a:cubicBezTo>
                    <a:pt x="0" y="238252"/>
                    <a:pt x="238252" y="0"/>
                    <a:pt x="532003" y="0"/>
                  </a:cubicBezTo>
                  <a:cubicBezTo>
                    <a:pt x="825754" y="0"/>
                    <a:pt x="1064006" y="238252"/>
                    <a:pt x="1064006" y="532003"/>
                  </a:cubicBezTo>
                  <a:cubicBezTo>
                    <a:pt x="1064006" y="825754"/>
                    <a:pt x="825881" y="1064006"/>
                    <a:pt x="532003" y="1064006"/>
                  </a:cubicBezTo>
                  <a:cubicBezTo>
                    <a:pt x="238125" y="1064006"/>
                    <a:pt x="0" y="825881"/>
                    <a:pt x="0" y="532003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9762232" y="2580234"/>
            <a:ext cx="359122" cy="359123"/>
          </a:xfrm>
          <a:custGeom>
            <a:avLst/>
            <a:gdLst/>
            <a:ahLst/>
            <a:cxnLst/>
            <a:rect r="r" b="b" t="t" l="l"/>
            <a:pathLst>
              <a:path h="359123" w="359122">
                <a:moveTo>
                  <a:pt x="0" y="0"/>
                </a:moveTo>
                <a:lnTo>
                  <a:pt x="359123" y="0"/>
                </a:lnTo>
                <a:lnTo>
                  <a:pt x="359123" y="359122"/>
                </a:lnTo>
                <a:lnTo>
                  <a:pt x="0" y="3591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578" t="0" r="-6578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542860" y="3396257"/>
            <a:ext cx="3325416" cy="44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Mood Tracker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42860" y="3914180"/>
            <a:ext cx="7548116" cy="93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Real-time emotion detection using webcam and ML to monitor emotional patterns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1069" y="5383114"/>
            <a:ext cx="8079879" cy="3022252"/>
            <a:chOff x="0" y="0"/>
            <a:chExt cx="10773172" cy="40296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73156" cy="4029710"/>
            </a:xfrm>
            <a:custGeom>
              <a:avLst/>
              <a:gdLst/>
              <a:ahLst/>
              <a:cxnLst/>
              <a:rect r="r" b="b" t="t" l="l"/>
              <a:pathLst>
                <a:path h="4029710" w="10773156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10719943" y="0"/>
                  </a:lnTo>
                  <a:cubicBezTo>
                    <a:pt x="10749280" y="0"/>
                    <a:pt x="10773156" y="23876"/>
                    <a:pt x="10773156" y="53213"/>
                  </a:cubicBezTo>
                  <a:lnTo>
                    <a:pt x="10773156" y="3976497"/>
                  </a:lnTo>
                  <a:cubicBezTo>
                    <a:pt x="10773156" y="4005834"/>
                    <a:pt x="10749280" y="4029710"/>
                    <a:pt x="10719943" y="4029710"/>
                  </a:cubicBezTo>
                  <a:lnTo>
                    <a:pt x="53213" y="4029710"/>
                  </a:lnTo>
                  <a:cubicBezTo>
                    <a:pt x="23876" y="4029710"/>
                    <a:pt x="0" y="4005834"/>
                    <a:pt x="0" y="397649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97025" y="5649069"/>
            <a:ext cx="798016" cy="798016"/>
            <a:chOff x="0" y="0"/>
            <a:chExt cx="1064022" cy="106402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4006" cy="1064006"/>
            </a:xfrm>
            <a:custGeom>
              <a:avLst/>
              <a:gdLst/>
              <a:ahLst/>
              <a:cxnLst/>
              <a:rect r="r" b="b" t="t" l="l"/>
              <a:pathLst>
                <a:path h="1064006" w="1064006">
                  <a:moveTo>
                    <a:pt x="0" y="532003"/>
                  </a:moveTo>
                  <a:cubicBezTo>
                    <a:pt x="0" y="238252"/>
                    <a:pt x="238252" y="0"/>
                    <a:pt x="532003" y="0"/>
                  </a:cubicBezTo>
                  <a:cubicBezTo>
                    <a:pt x="825754" y="0"/>
                    <a:pt x="1064006" y="238252"/>
                    <a:pt x="1064006" y="532003"/>
                  </a:cubicBezTo>
                  <a:cubicBezTo>
                    <a:pt x="1064006" y="825754"/>
                    <a:pt x="825881" y="1064006"/>
                    <a:pt x="532003" y="1064006"/>
                  </a:cubicBezTo>
                  <a:cubicBezTo>
                    <a:pt x="238125" y="1064006"/>
                    <a:pt x="0" y="825881"/>
                    <a:pt x="0" y="532003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416397" y="5868441"/>
            <a:ext cx="359122" cy="359123"/>
          </a:xfrm>
          <a:custGeom>
            <a:avLst/>
            <a:gdLst/>
            <a:ahLst/>
            <a:cxnLst/>
            <a:rect r="r" b="b" t="t" l="l"/>
            <a:pathLst>
              <a:path h="359123" w="359122">
                <a:moveTo>
                  <a:pt x="0" y="0"/>
                </a:moveTo>
                <a:lnTo>
                  <a:pt x="359123" y="0"/>
                </a:lnTo>
                <a:lnTo>
                  <a:pt x="359123" y="359123"/>
                </a:lnTo>
                <a:lnTo>
                  <a:pt x="0" y="359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263" r="0" b="-5263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97025" y="6684466"/>
            <a:ext cx="3325416" cy="44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Daily Journaling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7025" y="7202389"/>
            <a:ext cx="7547967" cy="93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Safe space for reflection and self-expression to track thoughts and feelings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76904" y="5383114"/>
            <a:ext cx="8080027" cy="3022252"/>
            <a:chOff x="0" y="0"/>
            <a:chExt cx="10773370" cy="40296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73410" cy="4029710"/>
            </a:xfrm>
            <a:custGeom>
              <a:avLst/>
              <a:gdLst/>
              <a:ahLst/>
              <a:cxnLst/>
              <a:rect r="r" b="b" t="t" l="l"/>
              <a:pathLst>
                <a:path h="4029710" w="10773410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10720197" y="0"/>
                  </a:lnTo>
                  <a:cubicBezTo>
                    <a:pt x="10749534" y="0"/>
                    <a:pt x="10773410" y="23876"/>
                    <a:pt x="10773410" y="53213"/>
                  </a:cubicBezTo>
                  <a:lnTo>
                    <a:pt x="10773410" y="3976497"/>
                  </a:lnTo>
                  <a:cubicBezTo>
                    <a:pt x="10773410" y="4005834"/>
                    <a:pt x="10749534" y="4029710"/>
                    <a:pt x="10720197" y="4029710"/>
                  </a:cubicBezTo>
                  <a:lnTo>
                    <a:pt x="53213" y="4029710"/>
                  </a:lnTo>
                  <a:cubicBezTo>
                    <a:pt x="23876" y="4029710"/>
                    <a:pt x="0" y="4005834"/>
                    <a:pt x="0" y="397649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542860" y="5649069"/>
            <a:ext cx="798016" cy="798016"/>
            <a:chOff x="0" y="0"/>
            <a:chExt cx="1064022" cy="106402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64006" cy="1064006"/>
            </a:xfrm>
            <a:custGeom>
              <a:avLst/>
              <a:gdLst/>
              <a:ahLst/>
              <a:cxnLst/>
              <a:rect r="r" b="b" t="t" l="l"/>
              <a:pathLst>
                <a:path h="1064006" w="1064006">
                  <a:moveTo>
                    <a:pt x="0" y="532003"/>
                  </a:moveTo>
                  <a:cubicBezTo>
                    <a:pt x="0" y="238252"/>
                    <a:pt x="238252" y="0"/>
                    <a:pt x="532003" y="0"/>
                  </a:cubicBezTo>
                  <a:cubicBezTo>
                    <a:pt x="825754" y="0"/>
                    <a:pt x="1064006" y="238252"/>
                    <a:pt x="1064006" y="532003"/>
                  </a:cubicBezTo>
                  <a:cubicBezTo>
                    <a:pt x="1064006" y="825754"/>
                    <a:pt x="825881" y="1064006"/>
                    <a:pt x="532003" y="1064006"/>
                  </a:cubicBezTo>
                  <a:cubicBezTo>
                    <a:pt x="238125" y="1064006"/>
                    <a:pt x="0" y="825881"/>
                    <a:pt x="0" y="532003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9762232" y="5868441"/>
            <a:ext cx="359122" cy="359123"/>
          </a:xfrm>
          <a:custGeom>
            <a:avLst/>
            <a:gdLst/>
            <a:ahLst/>
            <a:cxnLst/>
            <a:rect r="r" b="b" t="t" l="l"/>
            <a:pathLst>
              <a:path h="359123" w="359122">
                <a:moveTo>
                  <a:pt x="0" y="0"/>
                </a:moveTo>
                <a:lnTo>
                  <a:pt x="359123" y="0"/>
                </a:lnTo>
                <a:lnTo>
                  <a:pt x="359123" y="359123"/>
                </a:lnTo>
                <a:lnTo>
                  <a:pt x="0" y="3591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4999" r="0" b="-24999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542860" y="6684466"/>
            <a:ext cx="3325416" cy="44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Guided Wellness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42860" y="7202389"/>
            <a:ext cx="7548116" cy="93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Curated meditations and calming music to promote relaxation and mindfulness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1069" y="8618935"/>
            <a:ext cx="16425862" cy="93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ChillSaathi promotes self-awareness and emotional resilience through these integrated features, creating a comprehensive wellness ecosystem.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39229" y="542628"/>
            <a:ext cx="5280272" cy="69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24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System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80535" y="2098626"/>
            <a:ext cx="1106098" cy="1363176"/>
            <a:chOff x="0" y="0"/>
            <a:chExt cx="1407913" cy="173513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407922" cy="1735201"/>
            </a:xfrm>
            <a:custGeom>
              <a:avLst/>
              <a:gdLst/>
              <a:ahLst/>
              <a:cxnLst/>
              <a:rect r="r" b="b" t="t" l="l"/>
              <a:pathLst>
                <a:path h="1735201" w="1407922">
                  <a:moveTo>
                    <a:pt x="0" y="0"/>
                  </a:moveTo>
                  <a:lnTo>
                    <a:pt x="1407922" y="0"/>
                  </a:lnTo>
                  <a:lnTo>
                    <a:pt x="1407922" y="1735201"/>
                  </a:lnTo>
                  <a:lnTo>
                    <a:pt x="0" y="1735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3" r="0" b="-7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707855" y="2300796"/>
            <a:ext cx="2765482" cy="364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2160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Frontend Layer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07855" y="2820018"/>
            <a:ext cx="9021528" cy="420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70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React.js delivers a responsive, intuitive interface with smooth user interactions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80535" y="3461801"/>
            <a:ext cx="1106098" cy="1363176"/>
            <a:chOff x="0" y="0"/>
            <a:chExt cx="1407913" cy="1735138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407922" cy="1735201"/>
            </a:xfrm>
            <a:custGeom>
              <a:avLst/>
              <a:gdLst/>
              <a:ahLst/>
              <a:cxnLst/>
              <a:rect r="r" b="b" t="t" l="l"/>
              <a:pathLst>
                <a:path h="1735201" w="1407922">
                  <a:moveTo>
                    <a:pt x="0" y="0"/>
                  </a:moveTo>
                  <a:lnTo>
                    <a:pt x="1407922" y="0"/>
                  </a:lnTo>
                  <a:lnTo>
                    <a:pt x="1407922" y="1735201"/>
                  </a:lnTo>
                  <a:lnTo>
                    <a:pt x="0" y="1735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3" r="0" b="-7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707855" y="3663971"/>
            <a:ext cx="2765482" cy="364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2160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Backend Services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7855" y="4183193"/>
            <a:ext cx="9021528" cy="420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70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Express.js and Node.js handle API requests, authentication, and business logic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80535" y="4824977"/>
            <a:ext cx="1106098" cy="1363176"/>
            <a:chOff x="0" y="0"/>
            <a:chExt cx="1407913" cy="173513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407922" cy="1735201"/>
            </a:xfrm>
            <a:custGeom>
              <a:avLst/>
              <a:gdLst/>
              <a:ahLst/>
              <a:cxnLst/>
              <a:rect r="r" b="b" t="t" l="l"/>
              <a:pathLst>
                <a:path h="1735201" w="1407922">
                  <a:moveTo>
                    <a:pt x="0" y="0"/>
                  </a:moveTo>
                  <a:lnTo>
                    <a:pt x="1407922" y="0"/>
                  </a:lnTo>
                  <a:lnTo>
                    <a:pt x="1407922" y="1735201"/>
                  </a:lnTo>
                  <a:lnTo>
                    <a:pt x="0" y="1735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3" r="0" b="-7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707855" y="5027147"/>
            <a:ext cx="2765482" cy="364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2160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Data Storage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7855" y="5546369"/>
            <a:ext cx="9021528" cy="420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70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MongoDB Atlas securely stores user profiles, journal entries, and mood history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80535" y="6188152"/>
            <a:ext cx="1106098" cy="1363176"/>
            <a:chOff x="0" y="0"/>
            <a:chExt cx="1407913" cy="1735138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407922" cy="1735201"/>
            </a:xfrm>
            <a:custGeom>
              <a:avLst/>
              <a:gdLst/>
              <a:ahLst/>
              <a:cxnLst/>
              <a:rect r="r" b="b" t="t" l="l"/>
              <a:pathLst>
                <a:path h="1735201" w="1407922">
                  <a:moveTo>
                    <a:pt x="0" y="0"/>
                  </a:moveTo>
                  <a:lnTo>
                    <a:pt x="1407922" y="0"/>
                  </a:lnTo>
                  <a:lnTo>
                    <a:pt x="1407922" y="1735201"/>
                  </a:lnTo>
                  <a:lnTo>
                    <a:pt x="0" y="1735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3" r="0" b="-7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707855" y="6390322"/>
            <a:ext cx="2765482" cy="364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2160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AI Integration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07855" y="6909543"/>
            <a:ext cx="9021528" cy="420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70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Google Gemini API powers chatbot  for emotion detection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43506" y="1749624"/>
            <a:ext cx="2640062" cy="34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Technology Stack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43506" y="2243137"/>
            <a:ext cx="6414641" cy="404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25"/>
              </a:lnSpc>
              <a:buFont typeface="Arial"/>
              <a:buChar char="•"/>
            </a:pPr>
            <a:r>
              <a:rPr lang="en-US" b="true" sz="1625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Frontend:</a:t>
            </a:r>
            <a:r>
              <a:rPr lang="en-US" sz="1625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React.js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143506" y="2654796"/>
            <a:ext cx="6414641" cy="404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25"/>
              </a:lnSpc>
              <a:buFont typeface="Arial"/>
              <a:buChar char="•"/>
            </a:pPr>
            <a:r>
              <a:rPr lang="en-US" b="true" sz="1625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Backend:</a:t>
            </a:r>
            <a:r>
              <a:rPr lang="en-US" sz="1625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Express.js, Node.js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43506" y="3066455"/>
            <a:ext cx="641464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25"/>
              </a:lnSpc>
              <a:buFont typeface="Arial"/>
              <a:buChar char="•"/>
            </a:pPr>
            <a:r>
              <a:rPr lang="en-US" b="true" sz="1625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Database:</a:t>
            </a:r>
            <a:r>
              <a:rPr lang="en-US" sz="1625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MongoDB Atlas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43506" y="3478114"/>
            <a:ext cx="6414641" cy="404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25"/>
              </a:lnSpc>
              <a:buFont typeface="Arial"/>
              <a:buChar char="•"/>
            </a:pPr>
            <a:r>
              <a:rPr lang="en-US" b="true" sz="1625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AI:</a:t>
            </a:r>
            <a:r>
              <a:rPr lang="en-US" sz="1625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Google Gemini API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143506" y="4120157"/>
            <a:ext cx="6414641" cy="6414641"/>
            <a:chOff x="0" y="0"/>
            <a:chExt cx="8552855" cy="8552855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8552815" cy="8552815"/>
            </a:xfrm>
            <a:custGeom>
              <a:avLst/>
              <a:gdLst/>
              <a:ahLst/>
              <a:cxnLst/>
              <a:rect r="r" b="b" t="t" l="l"/>
              <a:pathLst>
                <a:path h="8552815" w="8552815">
                  <a:moveTo>
                    <a:pt x="0" y="0"/>
                  </a:moveTo>
                  <a:lnTo>
                    <a:pt x="8552815" y="0"/>
                  </a:lnTo>
                  <a:lnTo>
                    <a:pt x="8552815" y="8552815"/>
                  </a:lnTo>
                  <a:lnTo>
                    <a:pt x="0" y="85528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41832" y="-81409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81075"/>
            <a:ext cx="7088237" cy="933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Application Workflow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002161"/>
            <a:ext cx="283518" cy="4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550741"/>
            <a:ext cx="5245447" cy="38100"/>
            <a:chOff x="0" y="0"/>
            <a:chExt cx="699393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740051"/>
            <a:ext cx="354404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User Authentication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295924"/>
            <a:ext cx="5245447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Secure login creates personalized experience with encrypted data protection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1202" y="3002161"/>
            <a:ext cx="283518" cy="4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1202" y="3550741"/>
            <a:ext cx="5245447" cy="38100"/>
            <a:chOff x="0" y="0"/>
            <a:chExt cx="6993930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21202" y="3740051"/>
            <a:ext cx="354404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Tool Selection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1202" y="4295924"/>
            <a:ext cx="5245447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Choose from chatbot support, mood tracking, journaling, or meditation resources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0166" y="3002161"/>
            <a:ext cx="283518" cy="4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50166" y="3550741"/>
            <a:ext cx="5245447" cy="38100"/>
            <a:chOff x="0" y="0"/>
            <a:chExt cx="6993930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50166" y="3740051"/>
            <a:ext cx="354404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Real-Time Processing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50166" y="4295924"/>
            <a:ext cx="5245447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Emotion detection analyzes facial expressions while AI chatbot adapts responses to current mood state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6133802"/>
            <a:ext cx="283518" cy="4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238" y="6682382"/>
            <a:ext cx="8009930" cy="38100"/>
            <a:chOff x="0" y="0"/>
            <a:chExt cx="10679907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92238" y="6871692"/>
            <a:ext cx="354404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Data Synchronization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7427565"/>
            <a:ext cx="800993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All interactions, journal entries, and mood data automatically save to user profile for tracking progress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5685" y="6133802"/>
            <a:ext cx="283518" cy="4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05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85685" y="6682382"/>
            <a:ext cx="8009930" cy="38100"/>
            <a:chOff x="0" y="0"/>
            <a:chExt cx="10679907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285685" y="6871692"/>
            <a:ext cx="354404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Personalized Insights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85685" y="7427565"/>
            <a:ext cx="800993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Dashboard visualizes emotional patterns and provides tailored wellness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6519" y="10586889"/>
            <a:ext cx="8596164" cy="873770"/>
            <a:chOff x="0" y="0"/>
            <a:chExt cx="11461552" cy="11650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11436224" cy="1139571"/>
            </a:xfrm>
            <a:custGeom>
              <a:avLst/>
              <a:gdLst/>
              <a:ahLst/>
              <a:cxnLst/>
              <a:rect r="r" b="b" t="t" l="l"/>
              <a:pathLst>
                <a:path h="1139571" w="11436224">
                  <a:moveTo>
                    <a:pt x="0" y="28321"/>
                  </a:moveTo>
                  <a:cubicBezTo>
                    <a:pt x="0" y="12700"/>
                    <a:pt x="12954" y="0"/>
                    <a:pt x="28956" y="0"/>
                  </a:cubicBezTo>
                  <a:lnTo>
                    <a:pt x="11407267" y="0"/>
                  </a:lnTo>
                  <a:cubicBezTo>
                    <a:pt x="11423269" y="0"/>
                    <a:pt x="11436224" y="12700"/>
                    <a:pt x="11436224" y="28321"/>
                  </a:cubicBezTo>
                  <a:lnTo>
                    <a:pt x="11436224" y="1111250"/>
                  </a:lnTo>
                  <a:cubicBezTo>
                    <a:pt x="11436224" y="1126871"/>
                    <a:pt x="11423269" y="1139571"/>
                    <a:pt x="11407267" y="1139571"/>
                  </a:cubicBezTo>
                  <a:lnTo>
                    <a:pt x="28956" y="1139571"/>
                  </a:lnTo>
                  <a:cubicBezTo>
                    <a:pt x="12954" y="1139571"/>
                    <a:pt x="0" y="1126871"/>
                    <a:pt x="0" y="11112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61624" cy="1164971"/>
            </a:xfrm>
            <a:custGeom>
              <a:avLst/>
              <a:gdLst/>
              <a:ahLst/>
              <a:cxnLst/>
              <a:rect r="r" b="b" t="t" l="l"/>
              <a:pathLst>
                <a:path h="1164971" w="11461624">
                  <a:moveTo>
                    <a:pt x="0" y="41021"/>
                  </a:moveTo>
                  <a:cubicBezTo>
                    <a:pt x="0" y="18161"/>
                    <a:pt x="18923" y="0"/>
                    <a:pt x="41656" y="0"/>
                  </a:cubicBezTo>
                  <a:lnTo>
                    <a:pt x="11419967" y="0"/>
                  </a:lnTo>
                  <a:lnTo>
                    <a:pt x="11419967" y="12700"/>
                  </a:lnTo>
                  <a:lnTo>
                    <a:pt x="11419967" y="0"/>
                  </a:lnTo>
                  <a:cubicBezTo>
                    <a:pt x="11442700" y="0"/>
                    <a:pt x="11461624" y="18161"/>
                    <a:pt x="11461624" y="41021"/>
                  </a:cubicBezTo>
                  <a:lnTo>
                    <a:pt x="11448924" y="41021"/>
                  </a:lnTo>
                  <a:lnTo>
                    <a:pt x="11461624" y="41021"/>
                  </a:lnTo>
                  <a:lnTo>
                    <a:pt x="11461624" y="1123950"/>
                  </a:lnTo>
                  <a:lnTo>
                    <a:pt x="11448924" y="1123950"/>
                  </a:lnTo>
                  <a:lnTo>
                    <a:pt x="11461624" y="1123950"/>
                  </a:lnTo>
                  <a:cubicBezTo>
                    <a:pt x="11461624" y="1146810"/>
                    <a:pt x="11442700" y="1164971"/>
                    <a:pt x="11419967" y="1164971"/>
                  </a:cubicBezTo>
                  <a:lnTo>
                    <a:pt x="11419967" y="1152271"/>
                  </a:lnTo>
                  <a:lnTo>
                    <a:pt x="11419967" y="1164971"/>
                  </a:lnTo>
                  <a:lnTo>
                    <a:pt x="41656" y="1164971"/>
                  </a:lnTo>
                  <a:lnTo>
                    <a:pt x="41656" y="1152271"/>
                  </a:lnTo>
                  <a:lnTo>
                    <a:pt x="41656" y="1164971"/>
                  </a:lnTo>
                  <a:cubicBezTo>
                    <a:pt x="18923" y="1164971"/>
                    <a:pt x="0" y="1146937"/>
                    <a:pt x="0" y="1123950"/>
                  </a:cubicBezTo>
                  <a:lnTo>
                    <a:pt x="0" y="41021"/>
                  </a:lnTo>
                  <a:lnTo>
                    <a:pt x="12700" y="41021"/>
                  </a:lnTo>
                  <a:lnTo>
                    <a:pt x="0" y="41021"/>
                  </a:lnTo>
                  <a:moveTo>
                    <a:pt x="25400" y="41021"/>
                  </a:moveTo>
                  <a:lnTo>
                    <a:pt x="25400" y="1123950"/>
                  </a:lnTo>
                  <a:lnTo>
                    <a:pt x="12700" y="1123950"/>
                  </a:lnTo>
                  <a:lnTo>
                    <a:pt x="25400" y="1123950"/>
                  </a:lnTo>
                  <a:cubicBezTo>
                    <a:pt x="25400" y="1132332"/>
                    <a:pt x="32385" y="1139571"/>
                    <a:pt x="41656" y="1139571"/>
                  </a:cubicBezTo>
                  <a:lnTo>
                    <a:pt x="11419967" y="1139571"/>
                  </a:lnTo>
                  <a:cubicBezTo>
                    <a:pt x="11429111" y="1139571"/>
                    <a:pt x="11436224" y="1132332"/>
                    <a:pt x="11436224" y="1123950"/>
                  </a:cubicBezTo>
                  <a:lnTo>
                    <a:pt x="11436224" y="41021"/>
                  </a:lnTo>
                  <a:cubicBezTo>
                    <a:pt x="11436224" y="32639"/>
                    <a:pt x="11429238" y="25400"/>
                    <a:pt x="11419967" y="25400"/>
                  </a:cubicBezTo>
                  <a:lnTo>
                    <a:pt x="41656" y="25400"/>
                  </a:lnTo>
                  <a:lnTo>
                    <a:pt x="41656" y="12700"/>
                  </a:lnTo>
                  <a:lnTo>
                    <a:pt x="41656" y="25400"/>
                  </a:lnTo>
                  <a:cubicBezTo>
                    <a:pt x="32385" y="25400"/>
                    <a:pt x="25400" y="32639"/>
                    <a:pt x="25400" y="41021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656779" y="10747622"/>
            <a:ext cx="1771947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Intuitive Navigation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6779" y="11025485"/>
            <a:ext cx="8255645" cy="26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06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Clean navbar and sidebar provide effortless access to all features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05318" y="10586889"/>
            <a:ext cx="8596164" cy="873770"/>
            <a:chOff x="0" y="0"/>
            <a:chExt cx="11461552" cy="11650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11436224" cy="1139571"/>
            </a:xfrm>
            <a:custGeom>
              <a:avLst/>
              <a:gdLst/>
              <a:ahLst/>
              <a:cxnLst/>
              <a:rect r="r" b="b" t="t" l="l"/>
              <a:pathLst>
                <a:path h="1139571" w="11436224">
                  <a:moveTo>
                    <a:pt x="0" y="28321"/>
                  </a:moveTo>
                  <a:cubicBezTo>
                    <a:pt x="0" y="12700"/>
                    <a:pt x="12954" y="0"/>
                    <a:pt x="28956" y="0"/>
                  </a:cubicBezTo>
                  <a:lnTo>
                    <a:pt x="11407267" y="0"/>
                  </a:lnTo>
                  <a:cubicBezTo>
                    <a:pt x="11423269" y="0"/>
                    <a:pt x="11436224" y="12700"/>
                    <a:pt x="11436224" y="28321"/>
                  </a:cubicBezTo>
                  <a:lnTo>
                    <a:pt x="11436224" y="1111250"/>
                  </a:lnTo>
                  <a:cubicBezTo>
                    <a:pt x="11436224" y="1126871"/>
                    <a:pt x="11423269" y="1139571"/>
                    <a:pt x="11407267" y="1139571"/>
                  </a:cubicBezTo>
                  <a:lnTo>
                    <a:pt x="28956" y="1139571"/>
                  </a:lnTo>
                  <a:cubicBezTo>
                    <a:pt x="12954" y="1139571"/>
                    <a:pt x="0" y="1126871"/>
                    <a:pt x="0" y="11112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61624" cy="1164971"/>
            </a:xfrm>
            <a:custGeom>
              <a:avLst/>
              <a:gdLst/>
              <a:ahLst/>
              <a:cxnLst/>
              <a:rect r="r" b="b" t="t" l="l"/>
              <a:pathLst>
                <a:path h="1164971" w="11461624">
                  <a:moveTo>
                    <a:pt x="0" y="41021"/>
                  </a:moveTo>
                  <a:cubicBezTo>
                    <a:pt x="0" y="18161"/>
                    <a:pt x="18923" y="0"/>
                    <a:pt x="41656" y="0"/>
                  </a:cubicBezTo>
                  <a:lnTo>
                    <a:pt x="11419967" y="0"/>
                  </a:lnTo>
                  <a:lnTo>
                    <a:pt x="11419967" y="12700"/>
                  </a:lnTo>
                  <a:lnTo>
                    <a:pt x="11419967" y="0"/>
                  </a:lnTo>
                  <a:cubicBezTo>
                    <a:pt x="11442700" y="0"/>
                    <a:pt x="11461624" y="18161"/>
                    <a:pt x="11461624" y="41021"/>
                  </a:cubicBezTo>
                  <a:lnTo>
                    <a:pt x="11448924" y="41021"/>
                  </a:lnTo>
                  <a:lnTo>
                    <a:pt x="11461624" y="41021"/>
                  </a:lnTo>
                  <a:lnTo>
                    <a:pt x="11461624" y="1123950"/>
                  </a:lnTo>
                  <a:lnTo>
                    <a:pt x="11448924" y="1123950"/>
                  </a:lnTo>
                  <a:lnTo>
                    <a:pt x="11461624" y="1123950"/>
                  </a:lnTo>
                  <a:cubicBezTo>
                    <a:pt x="11461624" y="1146810"/>
                    <a:pt x="11442700" y="1164971"/>
                    <a:pt x="11419967" y="1164971"/>
                  </a:cubicBezTo>
                  <a:lnTo>
                    <a:pt x="11419967" y="1152271"/>
                  </a:lnTo>
                  <a:lnTo>
                    <a:pt x="11419967" y="1164971"/>
                  </a:lnTo>
                  <a:lnTo>
                    <a:pt x="41656" y="1164971"/>
                  </a:lnTo>
                  <a:lnTo>
                    <a:pt x="41656" y="1152271"/>
                  </a:lnTo>
                  <a:lnTo>
                    <a:pt x="41656" y="1164971"/>
                  </a:lnTo>
                  <a:cubicBezTo>
                    <a:pt x="18923" y="1164971"/>
                    <a:pt x="0" y="1146937"/>
                    <a:pt x="0" y="1123950"/>
                  </a:cubicBezTo>
                  <a:lnTo>
                    <a:pt x="0" y="41021"/>
                  </a:lnTo>
                  <a:lnTo>
                    <a:pt x="12700" y="41021"/>
                  </a:lnTo>
                  <a:lnTo>
                    <a:pt x="0" y="41021"/>
                  </a:lnTo>
                  <a:moveTo>
                    <a:pt x="25400" y="41021"/>
                  </a:moveTo>
                  <a:lnTo>
                    <a:pt x="25400" y="1123950"/>
                  </a:lnTo>
                  <a:lnTo>
                    <a:pt x="12700" y="1123950"/>
                  </a:lnTo>
                  <a:lnTo>
                    <a:pt x="25400" y="1123950"/>
                  </a:lnTo>
                  <a:cubicBezTo>
                    <a:pt x="25400" y="1132332"/>
                    <a:pt x="32385" y="1139571"/>
                    <a:pt x="41656" y="1139571"/>
                  </a:cubicBezTo>
                  <a:lnTo>
                    <a:pt x="11419967" y="1139571"/>
                  </a:lnTo>
                  <a:cubicBezTo>
                    <a:pt x="11429111" y="1139571"/>
                    <a:pt x="11436224" y="1132332"/>
                    <a:pt x="11436224" y="1123950"/>
                  </a:cubicBezTo>
                  <a:lnTo>
                    <a:pt x="11436224" y="41021"/>
                  </a:lnTo>
                  <a:cubicBezTo>
                    <a:pt x="11436224" y="32639"/>
                    <a:pt x="11429238" y="25400"/>
                    <a:pt x="11419967" y="25400"/>
                  </a:cubicBezTo>
                  <a:lnTo>
                    <a:pt x="41656" y="25400"/>
                  </a:lnTo>
                  <a:lnTo>
                    <a:pt x="41656" y="12700"/>
                  </a:lnTo>
                  <a:lnTo>
                    <a:pt x="41656" y="25400"/>
                  </a:lnTo>
                  <a:cubicBezTo>
                    <a:pt x="32385" y="25400"/>
                    <a:pt x="25400" y="32639"/>
                    <a:pt x="25400" y="41021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375576" y="10747622"/>
            <a:ext cx="1809304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Conversational Interface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75576" y="11025485"/>
            <a:ext cx="8255645" cy="26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06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Chat interface feels natural and supportive, encouraging open expression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86519" y="11583292"/>
            <a:ext cx="8596164" cy="873770"/>
            <a:chOff x="0" y="0"/>
            <a:chExt cx="11461552" cy="11650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11436224" cy="1139571"/>
            </a:xfrm>
            <a:custGeom>
              <a:avLst/>
              <a:gdLst/>
              <a:ahLst/>
              <a:cxnLst/>
              <a:rect r="r" b="b" t="t" l="l"/>
              <a:pathLst>
                <a:path h="1139571" w="11436224">
                  <a:moveTo>
                    <a:pt x="0" y="28321"/>
                  </a:moveTo>
                  <a:cubicBezTo>
                    <a:pt x="0" y="12700"/>
                    <a:pt x="12954" y="0"/>
                    <a:pt x="28956" y="0"/>
                  </a:cubicBezTo>
                  <a:lnTo>
                    <a:pt x="11407267" y="0"/>
                  </a:lnTo>
                  <a:cubicBezTo>
                    <a:pt x="11423269" y="0"/>
                    <a:pt x="11436224" y="12700"/>
                    <a:pt x="11436224" y="28321"/>
                  </a:cubicBezTo>
                  <a:lnTo>
                    <a:pt x="11436224" y="1111250"/>
                  </a:lnTo>
                  <a:cubicBezTo>
                    <a:pt x="11436224" y="1126871"/>
                    <a:pt x="11423269" y="1139571"/>
                    <a:pt x="11407267" y="1139571"/>
                  </a:cubicBezTo>
                  <a:lnTo>
                    <a:pt x="28956" y="1139571"/>
                  </a:lnTo>
                  <a:cubicBezTo>
                    <a:pt x="12954" y="1139571"/>
                    <a:pt x="0" y="1126871"/>
                    <a:pt x="0" y="11112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61624" cy="1164971"/>
            </a:xfrm>
            <a:custGeom>
              <a:avLst/>
              <a:gdLst/>
              <a:ahLst/>
              <a:cxnLst/>
              <a:rect r="r" b="b" t="t" l="l"/>
              <a:pathLst>
                <a:path h="1164971" w="11461624">
                  <a:moveTo>
                    <a:pt x="0" y="41021"/>
                  </a:moveTo>
                  <a:cubicBezTo>
                    <a:pt x="0" y="18161"/>
                    <a:pt x="18923" y="0"/>
                    <a:pt x="41656" y="0"/>
                  </a:cubicBezTo>
                  <a:lnTo>
                    <a:pt x="11419967" y="0"/>
                  </a:lnTo>
                  <a:lnTo>
                    <a:pt x="11419967" y="12700"/>
                  </a:lnTo>
                  <a:lnTo>
                    <a:pt x="11419967" y="0"/>
                  </a:lnTo>
                  <a:cubicBezTo>
                    <a:pt x="11442700" y="0"/>
                    <a:pt x="11461624" y="18161"/>
                    <a:pt x="11461624" y="41021"/>
                  </a:cubicBezTo>
                  <a:lnTo>
                    <a:pt x="11448924" y="41021"/>
                  </a:lnTo>
                  <a:lnTo>
                    <a:pt x="11461624" y="41021"/>
                  </a:lnTo>
                  <a:lnTo>
                    <a:pt x="11461624" y="1123950"/>
                  </a:lnTo>
                  <a:lnTo>
                    <a:pt x="11448924" y="1123950"/>
                  </a:lnTo>
                  <a:lnTo>
                    <a:pt x="11461624" y="1123950"/>
                  </a:lnTo>
                  <a:cubicBezTo>
                    <a:pt x="11461624" y="1146810"/>
                    <a:pt x="11442700" y="1164971"/>
                    <a:pt x="11419967" y="1164971"/>
                  </a:cubicBezTo>
                  <a:lnTo>
                    <a:pt x="11419967" y="1152271"/>
                  </a:lnTo>
                  <a:lnTo>
                    <a:pt x="11419967" y="1164971"/>
                  </a:lnTo>
                  <a:lnTo>
                    <a:pt x="41656" y="1164971"/>
                  </a:lnTo>
                  <a:lnTo>
                    <a:pt x="41656" y="1152271"/>
                  </a:lnTo>
                  <a:lnTo>
                    <a:pt x="41656" y="1164971"/>
                  </a:lnTo>
                  <a:cubicBezTo>
                    <a:pt x="18923" y="1164971"/>
                    <a:pt x="0" y="1146937"/>
                    <a:pt x="0" y="1123950"/>
                  </a:cubicBezTo>
                  <a:lnTo>
                    <a:pt x="0" y="41021"/>
                  </a:lnTo>
                  <a:lnTo>
                    <a:pt x="12700" y="41021"/>
                  </a:lnTo>
                  <a:lnTo>
                    <a:pt x="0" y="41021"/>
                  </a:lnTo>
                  <a:moveTo>
                    <a:pt x="25400" y="41021"/>
                  </a:moveTo>
                  <a:lnTo>
                    <a:pt x="25400" y="1123950"/>
                  </a:lnTo>
                  <a:lnTo>
                    <a:pt x="12700" y="1123950"/>
                  </a:lnTo>
                  <a:lnTo>
                    <a:pt x="25400" y="1123950"/>
                  </a:lnTo>
                  <a:cubicBezTo>
                    <a:pt x="25400" y="1132332"/>
                    <a:pt x="32385" y="1139571"/>
                    <a:pt x="41656" y="1139571"/>
                  </a:cubicBezTo>
                  <a:lnTo>
                    <a:pt x="11419967" y="1139571"/>
                  </a:lnTo>
                  <a:cubicBezTo>
                    <a:pt x="11429111" y="1139571"/>
                    <a:pt x="11436224" y="1132332"/>
                    <a:pt x="11436224" y="1123950"/>
                  </a:cubicBezTo>
                  <a:lnTo>
                    <a:pt x="11436224" y="41021"/>
                  </a:lnTo>
                  <a:cubicBezTo>
                    <a:pt x="11436224" y="32639"/>
                    <a:pt x="11429238" y="25400"/>
                    <a:pt x="11419967" y="25400"/>
                  </a:cubicBezTo>
                  <a:lnTo>
                    <a:pt x="41656" y="25400"/>
                  </a:lnTo>
                  <a:lnTo>
                    <a:pt x="41656" y="12700"/>
                  </a:lnTo>
                  <a:lnTo>
                    <a:pt x="41656" y="25400"/>
                  </a:lnTo>
                  <a:cubicBezTo>
                    <a:pt x="32385" y="25400"/>
                    <a:pt x="25400" y="32639"/>
                    <a:pt x="25400" y="41021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6779" y="11744027"/>
            <a:ext cx="1771947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Visual Feedback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6779" y="12021890"/>
            <a:ext cx="8255645" cy="26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06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Mood charts and dashboard cards make emotional patterns easy to understand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05318" y="11583292"/>
            <a:ext cx="8596164" cy="873770"/>
            <a:chOff x="0" y="0"/>
            <a:chExt cx="11461552" cy="11650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1436224" cy="1139571"/>
            </a:xfrm>
            <a:custGeom>
              <a:avLst/>
              <a:gdLst/>
              <a:ahLst/>
              <a:cxnLst/>
              <a:rect r="r" b="b" t="t" l="l"/>
              <a:pathLst>
                <a:path h="1139571" w="11436224">
                  <a:moveTo>
                    <a:pt x="0" y="28321"/>
                  </a:moveTo>
                  <a:cubicBezTo>
                    <a:pt x="0" y="12700"/>
                    <a:pt x="12954" y="0"/>
                    <a:pt x="28956" y="0"/>
                  </a:cubicBezTo>
                  <a:lnTo>
                    <a:pt x="11407267" y="0"/>
                  </a:lnTo>
                  <a:cubicBezTo>
                    <a:pt x="11423269" y="0"/>
                    <a:pt x="11436224" y="12700"/>
                    <a:pt x="11436224" y="28321"/>
                  </a:cubicBezTo>
                  <a:lnTo>
                    <a:pt x="11436224" y="1111250"/>
                  </a:lnTo>
                  <a:cubicBezTo>
                    <a:pt x="11436224" y="1126871"/>
                    <a:pt x="11423269" y="1139571"/>
                    <a:pt x="11407267" y="1139571"/>
                  </a:cubicBezTo>
                  <a:lnTo>
                    <a:pt x="28956" y="1139571"/>
                  </a:lnTo>
                  <a:cubicBezTo>
                    <a:pt x="12954" y="1139571"/>
                    <a:pt x="0" y="1126871"/>
                    <a:pt x="0" y="11112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461624" cy="1164971"/>
            </a:xfrm>
            <a:custGeom>
              <a:avLst/>
              <a:gdLst/>
              <a:ahLst/>
              <a:cxnLst/>
              <a:rect r="r" b="b" t="t" l="l"/>
              <a:pathLst>
                <a:path h="1164971" w="11461624">
                  <a:moveTo>
                    <a:pt x="0" y="41021"/>
                  </a:moveTo>
                  <a:cubicBezTo>
                    <a:pt x="0" y="18161"/>
                    <a:pt x="18923" y="0"/>
                    <a:pt x="41656" y="0"/>
                  </a:cubicBezTo>
                  <a:lnTo>
                    <a:pt x="11419967" y="0"/>
                  </a:lnTo>
                  <a:lnTo>
                    <a:pt x="11419967" y="12700"/>
                  </a:lnTo>
                  <a:lnTo>
                    <a:pt x="11419967" y="0"/>
                  </a:lnTo>
                  <a:cubicBezTo>
                    <a:pt x="11442700" y="0"/>
                    <a:pt x="11461624" y="18161"/>
                    <a:pt x="11461624" y="41021"/>
                  </a:cubicBezTo>
                  <a:lnTo>
                    <a:pt x="11448924" y="41021"/>
                  </a:lnTo>
                  <a:lnTo>
                    <a:pt x="11461624" y="41021"/>
                  </a:lnTo>
                  <a:lnTo>
                    <a:pt x="11461624" y="1123950"/>
                  </a:lnTo>
                  <a:lnTo>
                    <a:pt x="11448924" y="1123950"/>
                  </a:lnTo>
                  <a:lnTo>
                    <a:pt x="11461624" y="1123950"/>
                  </a:lnTo>
                  <a:cubicBezTo>
                    <a:pt x="11461624" y="1146810"/>
                    <a:pt x="11442700" y="1164971"/>
                    <a:pt x="11419967" y="1164971"/>
                  </a:cubicBezTo>
                  <a:lnTo>
                    <a:pt x="11419967" y="1152271"/>
                  </a:lnTo>
                  <a:lnTo>
                    <a:pt x="11419967" y="1164971"/>
                  </a:lnTo>
                  <a:lnTo>
                    <a:pt x="41656" y="1164971"/>
                  </a:lnTo>
                  <a:lnTo>
                    <a:pt x="41656" y="1152271"/>
                  </a:lnTo>
                  <a:lnTo>
                    <a:pt x="41656" y="1164971"/>
                  </a:lnTo>
                  <a:cubicBezTo>
                    <a:pt x="18923" y="1164971"/>
                    <a:pt x="0" y="1146937"/>
                    <a:pt x="0" y="1123950"/>
                  </a:cubicBezTo>
                  <a:lnTo>
                    <a:pt x="0" y="41021"/>
                  </a:lnTo>
                  <a:lnTo>
                    <a:pt x="12700" y="41021"/>
                  </a:lnTo>
                  <a:lnTo>
                    <a:pt x="0" y="41021"/>
                  </a:lnTo>
                  <a:moveTo>
                    <a:pt x="25400" y="41021"/>
                  </a:moveTo>
                  <a:lnTo>
                    <a:pt x="25400" y="1123950"/>
                  </a:lnTo>
                  <a:lnTo>
                    <a:pt x="12700" y="1123950"/>
                  </a:lnTo>
                  <a:lnTo>
                    <a:pt x="25400" y="1123950"/>
                  </a:lnTo>
                  <a:cubicBezTo>
                    <a:pt x="25400" y="1132332"/>
                    <a:pt x="32385" y="1139571"/>
                    <a:pt x="41656" y="1139571"/>
                  </a:cubicBezTo>
                  <a:lnTo>
                    <a:pt x="11419967" y="1139571"/>
                  </a:lnTo>
                  <a:cubicBezTo>
                    <a:pt x="11429111" y="1139571"/>
                    <a:pt x="11436224" y="1132332"/>
                    <a:pt x="11436224" y="1123950"/>
                  </a:cubicBezTo>
                  <a:lnTo>
                    <a:pt x="11436224" y="41021"/>
                  </a:lnTo>
                  <a:cubicBezTo>
                    <a:pt x="11436224" y="32639"/>
                    <a:pt x="11429238" y="25400"/>
                    <a:pt x="11419967" y="25400"/>
                  </a:cubicBezTo>
                  <a:lnTo>
                    <a:pt x="41656" y="25400"/>
                  </a:lnTo>
                  <a:lnTo>
                    <a:pt x="41656" y="12700"/>
                  </a:lnTo>
                  <a:lnTo>
                    <a:pt x="41656" y="25400"/>
                  </a:lnTo>
                  <a:cubicBezTo>
                    <a:pt x="32385" y="25400"/>
                    <a:pt x="25400" y="32639"/>
                    <a:pt x="25400" y="41021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375576" y="11744027"/>
            <a:ext cx="1771947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Accessibility First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75576" y="12021890"/>
            <a:ext cx="8255645" cy="26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06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Designed for users of all abilities with clear typography and high contrast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6519" y="370127"/>
            <a:ext cx="7088237" cy="933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Future Enhancements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86519" y="1968975"/>
            <a:ext cx="3131027" cy="41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429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Mobile Application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6519" y="2453406"/>
            <a:ext cx="3365989" cy="127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7"/>
              </a:lnSpc>
            </a:pPr>
            <a:r>
              <a:rPr lang="en-US" sz="193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Native iOS and Android apps for wellness support anytime, anywhere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65571" y="1968975"/>
            <a:ext cx="3131027" cy="41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429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Personalized Reports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165571" y="2453406"/>
            <a:ext cx="3366120" cy="127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7"/>
              </a:lnSpc>
            </a:pPr>
            <a:r>
              <a:rPr lang="en-US" sz="193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Comprehensive mental health reports with actionable insights and progress tracking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44753" y="1968975"/>
            <a:ext cx="3131027" cy="41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429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Wearable Integration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44753" y="2453406"/>
            <a:ext cx="3366120" cy="127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7"/>
              </a:lnSpc>
            </a:pPr>
            <a:r>
              <a:rPr lang="en-US" sz="193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Connect with devices to monitor heart rate, stress levels, and sleep patterns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23937" y="1968975"/>
            <a:ext cx="3366120" cy="801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429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AI Therapy Recommendations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23937" y="2844703"/>
            <a:ext cx="3366120" cy="167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7"/>
              </a:lnSpc>
            </a:pPr>
            <a:r>
              <a:rPr lang="en-US" sz="193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Advanced algorithms suggest evidence-based therapeutic techniques tailored to individual needs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86519" y="4796593"/>
            <a:ext cx="14850754" cy="8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Your Digital Companion for a Peaceful Mind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6779" y="6034065"/>
            <a:ext cx="10554095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ChillSaathi represents a thoughtful intersection of </a:t>
            </a:r>
            <a:r>
              <a:rPr lang="en-US" sz="2187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technology, psychology, and design</a:t>
            </a: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—creating an accessible platform where anyone can prioritize their mental wellness.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0826" y="7589694"/>
            <a:ext cx="8892554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"Mental health is not a destination, but a journey. ChillSaathi walks with you every step of the way." </a:t>
            </a:r>
            <a:r>
              <a:rPr lang="en-US" sz="2187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🌿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15417" y="7675419"/>
            <a:ext cx="47625" cy="901005"/>
            <a:chOff x="0" y="0"/>
            <a:chExt cx="63500" cy="12013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500" cy="1201293"/>
            </a:xfrm>
            <a:custGeom>
              <a:avLst/>
              <a:gdLst/>
              <a:ahLst/>
              <a:cxnLst/>
              <a:rect r="r" b="b" t="t" l="l"/>
              <a:pathLst>
                <a:path h="1201293" w="63500">
                  <a:moveTo>
                    <a:pt x="0" y="0"/>
                  </a:moveTo>
                  <a:lnTo>
                    <a:pt x="63500" y="0"/>
                  </a:lnTo>
                  <a:lnTo>
                    <a:pt x="63500" y="1201293"/>
                  </a:lnTo>
                  <a:lnTo>
                    <a:pt x="0" y="1201293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481779" y="5643094"/>
            <a:ext cx="5512037" cy="4943795"/>
            <a:chOff x="0" y="0"/>
            <a:chExt cx="9303940" cy="8344786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9303893" cy="8344744"/>
            </a:xfrm>
            <a:custGeom>
              <a:avLst/>
              <a:gdLst/>
              <a:ahLst/>
              <a:cxnLst/>
              <a:rect r="r" b="b" t="t" l="l"/>
              <a:pathLst>
                <a:path h="8344744" w="9303893">
                  <a:moveTo>
                    <a:pt x="0" y="0"/>
                  </a:moveTo>
                  <a:lnTo>
                    <a:pt x="9303893" y="0"/>
                  </a:lnTo>
                  <a:lnTo>
                    <a:pt x="9303893" y="8344744"/>
                  </a:lnTo>
                  <a:lnTo>
                    <a:pt x="0" y="8344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747" r="0" b="-5747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DAG3wIJ9fqw</dc:identifier>
  <dcterms:modified xsi:type="dcterms:W3CDTF">2011-08-01T06:04:30Z</dcterms:modified>
  <cp:revision>1</cp:revision>
  <dc:title>B.Tech – Computer Science and Business Systems JSPM's Rajarshi Shahu College of Engineering</dc:title>
</cp:coreProperties>
</file>