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002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for logging and tracking expenses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Swayam 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Jundale RBT23CB029</a:t>
            </a:r>
            <a:endParaRPr lang="en-US" sz="1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Prof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Kavita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&amp; Prof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Parul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Rajwade</a:t>
            </a:r>
            <a:endParaRPr lang="en-US" sz="1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Systems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 smtClean="0">
                <a:latin typeface="Times New Roman" panose="02020603050405020304" pitchFamily="18" charset="0"/>
                <a:cs typeface="Times New Roman" pitchFamily="18" charset="0"/>
              </a:rPr>
              <a:t>Objective </a:t>
            </a:r>
            <a:r>
              <a:rPr sz="1800" b="1" dirty="0">
                <a:latin typeface="Times New Roman" pitchFamily="18" charset="0"/>
                <a:cs typeface="Times New Roman" pitchFamily="18" charset="0"/>
              </a:rPr>
              <a:t>of the Project: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simple AI-powered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that helps users log and track their daily expenses through natural language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summaries or total expenditure without requiring a backend or database.</a:t>
            </a: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800" b="1" dirty="0" err="1" smtClean="0">
                <a:latin typeface="Times New Roman" pitchFamily="18" charset="0"/>
                <a:cs typeface="Times New Roman" pitchFamily="18" charset="0"/>
              </a:rPr>
              <a:t>Scope: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focuses on providing an interactive and user-friendly platform for individuals to manage their daily expenses through simple conversational input. It allows users to record and review financial transactions without requiring technical expertise or manual record-keeping. The system operates entirely within a web browser, making it accessible, lightweight, and suitable for educational or personal finance management purposes.</a:t>
            </a: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Mapping With SDG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Goal: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Education, SDG 8 – Decent Work and Economic Growth</a:t>
            </a: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199" y="2041299"/>
            <a:ext cx="827883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Expense Logging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Users can input expenses in natural language (e.g., “Spent 200 on groceries”), and the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interprets and records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Data Storage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All expenses are securely stored in the browser’s local storage, ensuring data persistence across sessions without the need for a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Expense Summary and Total Calculation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detailed summaries and total expenditure reports upon user request.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Web-Based Interface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operates through a simple and intuitive interface accessible on any modern web browser.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Since it does not depend on an external server or internet connection after loading, the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remains fully functional offline.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and Extensible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structure allows easy integration of additional features such as category-wise analysis or visual charts in future updates.</a:t>
            </a:r>
          </a:p>
        </p:txBody>
      </p:sp>
    </p:spTree>
    <p:extLst>
      <p:ext uri="{BB962C8B-B14F-4D97-AF65-F5344CB8AC3E}">
        <p14:creationId xmlns:p14="http://schemas.microsoft.com/office/powerpoint/2010/main" val="380099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Used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Parsing using Regular Expressions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Simple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efficient for extracting amount and category from user input.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Fast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lightweight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Easy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and modify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Works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using local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Module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Summarize expenses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total spending and category-wise spending.</a:t>
            </a:r>
          </a:p>
          <a:p>
            <a:pPr marL="0" indent="0">
              <a:buNone/>
            </a:pPr>
            <a:r>
              <a:rPr lang="en-IN" sz="14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400" dirty="0" err="1">
                <a:latin typeface="Times New Roman" pitchFamily="18" charset="0"/>
                <a:cs typeface="Times New Roman" pitchFamily="18" charset="0"/>
              </a:rPr>
              <a:t>expense_summary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 marL="0" indent="0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   total = sum(e['amount'] for e in expenses)</a:t>
            </a:r>
          </a:p>
          <a:p>
            <a:pPr marL="0" indent="0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   categories = {}</a:t>
            </a:r>
          </a:p>
          <a:p>
            <a:pPr marL="0" indent="0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   for e in expenses:</a:t>
            </a:r>
          </a:p>
          <a:p>
            <a:pPr marL="0" indent="0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       categories[e['category']] = </a:t>
            </a:r>
            <a:r>
              <a:rPr lang="en-IN" sz="1400" dirty="0" err="1">
                <a:latin typeface="Times New Roman" pitchFamily="18" charset="0"/>
                <a:cs typeface="Times New Roman" pitchFamily="18" charset="0"/>
              </a:rPr>
              <a:t>categories.get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(e['category'], 0) + e['amount']</a:t>
            </a:r>
          </a:p>
          <a:p>
            <a:pPr marL="0" indent="0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   return total, 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categories</a:t>
            </a:r>
          </a:p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interaction using text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commands.</a:t>
            </a:r>
          </a:p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command-based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(add/view/summary).</a:t>
            </a:r>
          </a:p>
          <a:p>
            <a:pPr marL="0" indent="0">
              <a:buNone/>
            </a:pPr>
            <a:endParaRPr lang="en-IN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Methodology: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1. Problem analysis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2. </a:t>
            </a:r>
            <a:r>
              <a:rPr sz="1800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design &amp; coding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sz="1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Testing &amp; validation</a:t>
            </a:r>
          </a:p>
          <a:p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• Results &amp; Conclusion: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- Efficient storage &amp; retrieval of book data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- Future scope: GUI integration, database connectivity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445</Words>
  <Application>Microsoft Office PowerPoint</Application>
  <PresentationFormat>On-screen Show (4:3)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Andalus</vt:lpstr>
      <vt:lpstr>Arial</vt:lpstr>
      <vt:lpstr>Calibri</vt:lpstr>
      <vt:lpstr>Times New Roman</vt:lpstr>
      <vt:lpstr>Office Theme</vt:lpstr>
      <vt:lpstr>AI chatbot for logging and tracking expenses</vt:lpstr>
      <vt:lpstr>Introduction</vt:lpstr>
      <vt:lpstr>Key Features</vt:lpstr>
      <vt:lpstr>Algorithm Used</vt:lpstr>
      <vt:lpstr>Module </vt:lpstr>
      <vt:lpstr>Methodology &amp; 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Swaym Jundle</dc:creator>
  <cp:keywords/>
  <dc:description>generated using python-pptx</dc:description>
  <cp:lastModifiedBy>USER</cp:lastModifiedBy>
  <cp:revision>15</cp:revision>
  <dcterms:created xsi:type="dcterms:W3CDTF">2013-01-27T09:14:16Z</dcterms:created>
  <dcterms:modified xsi:type="dcterms:W3CDTF">2025-11-05T04:01:49Z</dcterms:modified>
  <cp:category/>
</cp:coreProperties>
</file>